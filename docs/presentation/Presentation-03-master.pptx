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30" r:id="rId1"/>
  </p:sldMasterIdLst>
  <p:notesMasterIdLst>
    <p:notesMasterId r:id="rId6"/>
  </p:notesMasterIdLst>
  <p:handoutMasterIdLst>
    <p:handoutMasterId r:id="rId7"/>
  </p:handoutMasterIdLst>
  <p:sldIdLst>
    <p:sldId id="314" r:id="rId2"/>
    <p:sldId id="273" r:id="rId3"/>
    <p:sldId id="274" r:id="rId4"/>
    <p:sldId id="312" r:id="rId5"/>
    <p:sldId id="315" r:id="rId12"/>
    <p:sldId id="316" r:id="rId13"/>
    <p:sldId id="317" r:id="rId14"/>
    <p:sldId id="318" r:id="rId15"/>
    <p:sldId id="319" r:id="rId16"/>
    <p:sldId id="320" r:id="rId17"/>
    <p:sldId id="321" r:id="rId18"/>
    <p:sldId id="322" r:id="rId19"/>
    <p:sldId id="323" r:id="rId20"/>
    <p:sldId id="324" r:id="rId21"/>
  </p:sldIdLst>
  <p:sldSz cx="9144000" cy="5148263"/>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57"/>
    <a:srgbClr val="898989"/>
    <a:srgbClr val="003B5C"/>
    <a:srgbClr val="669FD3"/>
    <a:srgbClr val="005587"/>
    <a:srgbClr val="8BB8E8"/>
    <a:srgbClr val="2774AE"/>
    <a:srgbClr val="FF00FF"/>
    <a:srgbClr val="58595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p:restoredTop sz="97207"/>
  </p:normalViewPr>
  <p:slideViewPr>
    <p:cSldViewPr snapToGrid="0" snapToObjects="1">
      <p:cViewPr varScale="1">
        <p:scale>
          <a:sx n="167" d="100"/>
          <a:sy n="167" d="100"/>
        </p:scale>
        <p:origin x="53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01" d="100"/>
          <a:sy n="101" d="100"/>
        </p:scale>
        <p:origin x="3832"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8CDC96-A026-1A43-8FF8-F3431351CE46}"/>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r>
              <a:rPr lang="en-US"/>
              <a:t>UCLA Strategic Communications</a:t>
            </a:r>
          </a:p>
        </p:txBody>
      </p:sp>
      <p:sp>
        <p:nvSpPr>
          <p:cNvPr id="3" name="Date Placeholder 2">
            <a:extLst>
              <a:ext uri="{FF2B5EF4-FFF2-40B4-BE49-F238E27FC236}">
                <a16:creationId xmlns:a16="http://schemas.microsoft.com/office/drawing/2014/main" id="{E582E14D-EC09-2A4C-BC08-4C91CE92763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39C8A5AC-0EBB-924C-BA52-1578A2259E9A}" type="datetime4">
              <a:rPr lang="en-US" smtClean="0"/>
              <a:t>August 9, 2024</a:t>
            </a:fld>
            <a:endParaRPr lang="en-US"/>
          </a:p>
        </p:txBody>
      </p:sp>
      <p:sp>
        <p:nvSpPr>
          <p:cNvPr id="6" name="Footer Placeholder 5">
            <a:extLst>
              <a:ext uri="{FF2B5EF4-FFF2-40B4-BE49-F238E27FC236}">
                <a16:creationId xmlns:a16="http://schemas.microsoft.com/office/drawing/2014/main" id="{C6296818-3C08-A24F-B4F3-BDBA262C13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Pres-03-molecules</a:t>
            </a:r>
          </a:p>
        </p:txBody>
      </p:sp>
    </p:spTree>
    <p:extLst>
      <p:ext uri="{BB962C8B-B14F-4D97-AF65-F5344CB8AC3E}">
        <p14:creationId xmlns:p14="http://schemas.microsoft.com/office/powerpoint/2010/main" val="229891454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r>
              <a:rPr lang="en-US"/>
              <a:t>UCLA Strategic Communications</a:t>
            </a:r>
            <a:endParaRPr lang="en-US" dirty="0"/>
          </a:p>
        </p:txBody>
      </p:sp>
      <p:sp>
        <p:nvSpPr>
          <p:cNvPr id="3" name="Date Placeholder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F07BF19D-CD48-1C48-ADC9-70C587EA8243}" type="datetime4">
              <a:rPr lang="en-US" smtClean="0"/>
              <a:t>August 9, 2024</a:t>
            </a:fld>
            <a:endParaRPr lang="en-US"/>
          </a:p>
        </p:txBody>
      </p:sp>
      <p:sp>
        <p:nvSpPr>
          <p:cNvPr id="4" name="Slide Image Placeholder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6F0C19-1F3A-494B-AD56-5568DAB4ED89}" type="slidenum">
              <a:rPr lang="en-US" smtClean="0"/>
              <a:t>‹#›</a:t>
            </a:fld>
            <a:endParaRPr lang="en-US"/>
          </a:p>
        </p:txBody>
      </p:sp>
      <p:sp>
        <p:nvSpPr>
          <p:cNvPr id="9" name="Footer Placeholder 8">
            <a:extLst>
              <a:ext uri="{FF2B5EF4-FFF2-40B4-BE49-F238E27FC236}">
                <a16:creationId xmlns:a16="http://schemas.microsoft.com/office/drawing/2014/main" id="{AC207038-7B66-8245-BE4E-E929570A97D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418168656"/>
      </p:ext>
    </p:extLst>
  </p:cSld>
  <p:clrMap bg1="lt1" tx1="dk1" bg2="lt2" tx2="dk2" accent1="accent1" accent2="accent2" accent3="accent3" accent4="accent4" accent5="accent5" accent6="accent6" hlink="hlink" folHlink="folHlink"/>
  <p:hf/>
  <p:notesStyle>
    <a:lvl1pPr marL="0" algn="l" defTabSz="685983" rtl="0" eaLnBrk="1" latinLnBrk="0" hangingPunct="1">
      <a:defRPr sz="1100" kern="1200">
        <a:solidFill>
          <a:schemeClr val="tx1"/>
        </a:solidFill>
        <a:latin typeface="+mn-lt"/>
        <a:ea typeface="+mn-ea"/>
        <a:cs typeface="+mn-cs"/>
      </a:defRPr>
    </a:lvl1pPr>
    <a:lvl2pPr marL="342991" algn="l" defTabSz="685983" rtl="0" eaLnBrk="1" latinLnBrk="0" hangingPunct="1">
      <a:defRPr sz="1100" kern="1200">
        <a:solidFill>
          <a:schemeClr val="tx1"/>
        </a:solidFill>
        <a:latin typeface="+mn-lt"/>
        <a:ea typeface="+mn-ea"/>
        <a:cs typeface="+mn-cs"/>
      </a:defRPr>
    </a:lvl2pPr>
    <a:lvl3pPr marL="685983" algn="l" defTabSz="685983" rtl="0" eaLnBrk="1" latinLnBrk="0" hangingPunct="1">
      <a:defRPr sz="1100" kern="1200">
        <a:solidFill>
          <a:schemeClr val="tx1"/>
        </a:solidFill>
        <a:latin typeface="+mn-lt"/>
        <a:ea typeface="+mn-ea"/>
        <a:cs typeface="+mn-cs"/>
      </a:defRPr>
    </a:lvl3pPr>
    <a:lvl4pPr marL="1028974" algn="l" defTabSz="685983" rtl="0" eaLnBrk="1" latinLnBrk="0" hangingPunct="1">
      <a:defRPr sz="1100" kern="1200">
        <a:solidFill>
          <a:schemeClr val="tx1"/>
        </a:solidFill>
        <a:latin typeface="+mn-lt"/>
        <a:ea typeface="+mn-ea"/>
        <a:cs typeface="+mn-cs"/>
      </a:defRPr>
    </a:lvl4pPr>
    <a:lvl5pPr marL="1371966" algn="l" defTabSz="685983" rtl="0" eaLnBrk="1" latinLnBrk="0" hangingPunct="1">
      <a:defRPr sz="11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UCLA Strategic Communications</a:t>
            </a:r>
            <a:endParaRPr lang="en-US" dirty="0"/>
          </a:p>
        </p:txBody>
      </p:sp>
      <p:sp>
        <p:nvSpPr>
          <p:cNvPr id="5" name="Date Placeholder 4"/>
          <p:cNvSpPr>
            <a:spLocks noGrp="1"/>
          </p:cNvSpPr>
          <p:nvPr>
            <p:ph type="dt" idx="1"/>
          </p:nvPr>
        </p:nvSpPr>
        <p:spPr/>
        <p:txBody>
          <a:bodyPr/>
          <a:lstStyle/>
          <a:p>
            <a:fld id="{78913E0D-A77B-F34B-9854-FB8C76955786}" type="datetime4">
              <a:rPr lang="en-US" smtClean="0"/>
              <a:t>August 9, 2024</a:t>
            </a:fld>
            <a:endParaRPr lang="en-US"/>
          </a:p>
        </p:txBody>
      </p:sp>
      <p:sp>
        <p:nvSpPr>
          <p:cNvPr id="6" name="Slide Number Placeholder 5"/>
          <p:cNvSpPr>
            <a:spLocks noGrp="1"/>
          </p:cNvSpPr>
          <p:nvPr>
            <p:ph type="sldNum" sz="quarter" idx="5"/>
          </p:nvPr>
        </p:nvSpPr>
        <p:spPr/>
        <p:txBody>
          <a:bodyPr/>
          <a:lstStyle/>
          <a:p>
            <a:fld id="{736F0C19-1F3A-494B-AD56-5568DAB4ED89}" type="slidenum">
              <a:rPr lang="en-US" smtClean="0"/>
              <a:t>2</a:t>
            </a:fld>
            <a:endParaRPr lang="en-US"/>
          </a:p>
        </p:txBody>
      </p:sp>
      <p:sp>
        <p:nvSpPr>
          <p:cNvPr id="7" name="Footer Placeholder 6"/>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2028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UCLA Strategic Communications</a:t>
            </a:r>
            <a:endParaRPr lang="en-US" dirty="0"/>
          </a:p>
        </p:txBody>
      </p:sp>
      <p:sp>
        <p:nvSpPr>
          <p:cNvPr id="5" name="Date Placeholder 4"/>
          <p:cNvSpPr>
            <a:spLocks noGrp="1"/>
          </p:cNvSpPr>
          <p:nvPr>
            <p:ph type="dt" idx="1"/>
          </p:nvPr>
        </p:nvSpPr>
        <p:spPr/>
        <p:txBody>
          <a:bodyPr/>
          <a:lstStyle/>
          <a:p>
            <a:fld id="{1C24C77E-539A-A54A-BCDD-7EC4B9337C70}" type="datetime4">
              <a:rPr lang="en-US" smtClean="0"/>
              <a:t>August 9, 2024</a:t>
            </a:fld>
            <a:endParaRPr lang="en-US"/>
          </a:p>
        </p:txBody>
      </p:sp>
      <p:sp>
        <p:nvSpPr>
          <p:cNvPr id="6" name="Slide Number Placeholder 5"/>
          <p:cNvSpPr>
            <a:spLocks noGrp="1"/>
          </p:cNvSpPr>
          <p:nvPr>
            <p:ph type="sldNum" sz="quarter" idx="5"/>
          </p:nvPr>
        </p:nvSpPr>
        <p:spPr/>
        <p:txBody>
          <a:bodyPr/>
          <a:lstStyle/>
          <a:p>
            <a:fld id="{736F0C19-1F3A-494B-AD56-5568DAB4ED89}" type="slidenum">
              <a:rPr lang="en-US" smtClean="0"/>
              <a:t>3</a:t>
            </a:fld>
            <a:endParaRPr lang="en-US"/>
          </a:p>
        </p:txBody>
      </p:sp>
      <p:sp>
        <p:nvSpPr>
          <p:cNvPr id="7" name="Footer Placeholder 6"/>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64762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ener">
    <p:spTree>
      <p:nvGrpSpPr>
        <p:cNvPr id="1" name=""/>
        <p:cNvGrpSpPr/>
        <p:nvPr/>
      </p:nvGrpSpPr>
      <p:grpSpPr>
        <a:xfrm>
          <a:off x="0" y="0"/>
          <a:ext cx="0" cy="0"/>
          <a:chOff x="0" y="0"/>
          <a:chExt cx="0" cy="0"/>
        </a:xfrm>
      </p:grpSpPr>
      <p:sp>
        <p:nvSpPr>
          <p:cNvPr id="24" name="Text Placeholder 39">
            <a:extLst>
              <a:ext uri="{FF2B5EF4-FFF2-40B4-BE49-F238E27FC236}">
                <a16:creationId xmlns:a16="http://schemas.microsoft.com/office/drawing/2014/main" id="{C6644CB1-2799-824F-9B38-C3AB81474574}"/>
              </a:ext>
            </a:extLst>
          </p:cNvPr>
          <p:cNvSpPr>
            <a:spLocks noGrp="1"/>
          </p:cNvSpPr>
          <p:nvPr>
            <p:ph type="body" sz="quarter" idx="18" hasCustomPrompt="1"/>
          </p:nvPr>
        </p:nvSpPr>
        <p:spPr>
          <a:xfrm>
            <a:off x="731520" y="4674004"/>
            <a:ext cx="5344710" cy="184666"/>
          </a:xfrm>
        </p:spPr>
        <p:txBody>
          <a:bodyPr wrap="square" lIns="0" tIns="0" bIns="0" anchor="b" anchorCtr="0">
            <a:spAutoFit/>
          </a:bodyPr>
          <a:lstStyle>
            <a:lvl1pPr marL="0" indent="0">
              <a:buNone/>
              <a:defRPr sz="1200"/>
            </a:lvl1pPr>
            <a:lvl2pPr marL="342900" indent="0">
              <a:buNone/>
              <a:defRPr/>
            </a:lvl2pPr>
            <a:lvl3pPr marL="685800" indent="0">
              <a:buNone/>
              <a:defRPr/>
            </a:lvl3pPr>
            <a:lvl4pPr marL="1028700" indent="0">
              <a:buNone/>
              <a:defRPr/>
            </a:lvl4pPr>
            <a:lvl5pPr marL="1371600" indent="0">
              <a:buNone/>
              <a:defRPr/>
            </a:lvl5pPr>
          </a:lstStyle>
          <a:p>
            <a:pPr lvl="0"/>
            <a:r>
              <a:rPr lang="en-US" dirty="0"/>
              <a:t>Title, Department Name</a:t>
            </a:r>
          </a:p>
        </p:txBody>
      </p:sp>
      <p:sp>
        <p:nvSpPr>
          <p:cNvPr id="2" name="Title 1"/>
          <p:cNvSpPr>
            <a:spLocks noGrp="1"/>
          </p:cNvSpPr>
          <p:nvPr>
            <p:ph type="ctrTitle" hasCustomPrompt="1"/>
          </p:nvPr>
        </p:nvSpPr>
        <p:spPr>
          <a:xfrm>
            <a:off x="731520" y="2286000"/>
            <a:ext cx="7680960" cy="457200"/>
          </a:xfrm>
        </p:spPr>
        <p:txBody>
          <a:bodyPr wrap="square" bIns="0" anchor="t" anchorCtr="0">
            <a:spAutoFit/>
          </a:bodyPr>
          <a:lstStyle>
            <a:lvl1pPr algn="ctr">
              <a:defRPr sz="3800" b="1" i="1">
                <a:solidFill>
                  <a:schemeClr val="bg1"/>
                </a:solidFill>
              </a:defRPr>
            </a:lvl1pPr>
          </a:lstStyle>
          <a:p>
            <a:r>
              <a:rPr lang="en-US" dirty="0"/>
              <a:t>Presentation Title</a:t>
            </a:r>
          </a:p>
        </p:txBody>
      </p:sp>
      <p:sp>
        <p:nvSpPr>
          <p:cNvPr id="5" name="Text Placeholder 4">
            <a:extLst>
              <a:ext uri="{FF2B5EF4-FFF2-40B4-BE49-F238E27FC236}">
                <a16:creationId xmlns:a16="http://schemas.microsoft.com/office/drawing/2014/main" id="{BA2EE47F-39B2-D344-8C0D-33A4CCB7AAA6}"/>
              </a:ext>
            </a:extLst>
          </p:cNvPr>
          <p:cNvSpPr>
            <a:spLocks noGrp="1"/>
          </p:cNvSpPr>
          <p:nvPr>
            <p:ph type="body" sz="quarter" idx="20" hasCustomPrompt="1"/>
          </p:nvPr>
        </p:nvSpPr>
        <p:spPr>
          <a:xfrm>
            <a:off x="731520" y="2834639"/>
            <a:ext cx="7680960" cy="274320"/>
          </a:xfrm>
        </p:spPr>
        <p:txBody>
          <a:bodyPr wrap="square" lIns="0" tIns="0" rIns="0" bIns="0" anchor="t" anchorCtr="0">
            <a:spAutoFit/>
          </a:bodyPr>
          <a:lstStyle>
            <a:lvl1pPr algn="ctr">
              <a:defRPr/>
            </a:lvl1pPr>
            <a:lvl2pPr algn="ctr">
              <a:defRPr/>
            </a:lvl2pPr>
            <a:lvl3pPr algn="ctr">
              <a:defRPr/>
            </a:lvl3pPr>
            <a:lvl4pPr algn="ctr">
              <a:defRPr/>
            </a:lvl4pPr>
            <a:lvl5pPr algn="ctr">
              <a:defRPr/>
            </a:lvl5pPr>
          </a:lstStyle>
          <a:p>
            <a:pPr lvl="0"/>
            <a:r>
              <a:rPr lang="en-US" dirty="0"/>
              <a:t>Additional text goes here</a:t>
            </a:r>
          </a:p>
        </p:txBody>
      </p:sp>
      <p:sp>
        <p:nvSpPr>
          <p:cNvPr id="47" name="Text Placeholder 15">
            <a:extLst>
              <a:ext uri="{FF2B5EF4-FFF2-40B4-BE49-F238E27FC236}">
                <a16:creationId xmlns:a16="http://schemas.microsoft.com/office/drawing/2014/main" id="{5FFB7AB8-AF09-3242-9F35-8B96D8415142}"/>
              </a:ext>
            </a:extLst>
          </p:cNvPr>
          <p:cNvSpPr>
            <a:spLocks noGrp="1"/>
          </p:cNvSpPr>
          <p:nvPr>
            <p:ph type="body" sz="quarter" idx="24" hasCustomPrompt="1"/>
          </p:nvPr>
        </p:nvSpPr>
        <p:spPr>
          <a:xfrm>
            <a:off x="6194853" y="3224426"/>
            <a:ext cx="2841571" cy="1284113"/>
          </a:xfrm>
        </p:spPr>
        <p:txBody>
          <a:bodyPr lIns="0">
            <a:normAutofit/>
          </a:bodyPr>
          <a:lstStyle>
            <a:lvl1pPr defTabSz="685800">
              <a:lnSpc>
                <a:spcPct val="90000"/>
              </a:lnSpc>
              <a:spcBef>
                <a:spcPts val="750"/>
              </a:spcBef>
              <a:defRPr sz="1000">
                <a:solidFill>
                  <a:srgbClr val="FFFF00"/>
                </a:solidFill>
              </a:defRPr>
            </a:lvl1pPr>
            <a:lvl2pPr>
              <a:defRPr sz="1000">
                <a:solidFill>
                  <a:srgbClr val="FFFF00"/>
                </a:solidFill>
              </a:defRPr>
            </a:lvl2pPr>
            <a:lvl3pPr>
              <a:defRPr sz="1000">
                <a:solidFill>
                  <a:srgbClr val="FFFF00"/>
                </a:solidFill>
              </a:defRPr>
            </a:lvl3pPr>
            <a:lvl4pPr>
              <a:defRPr sz="1000">
                <a:solidFill>
                  <a:srgbClr val="FFFF00"/>
                </a:solidFill>
              </a:defRPr>
            </a:lvl4pPr>
            <a:lvl5pPr>
              <a:defRPr sz="1000">
                <a:solidFill>
                  <a:srgbClr val="FFFF00"/>
                </a:solidFill>
              </a:defRPr>
            </a:lvl5pPr>
          </a:lstStyle>
          <a:p>
            <a:pPr lvl="0"/>
            <a:r>
              <a:rPr lang="en-US" sz="1000" dirty="0">
                <a:solidFill>
                  <a:srgbClr val="FFFF00"/>
                </a:solidFill>
              </a:rPr>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UCLA logo letters should match up with the top and bottom guides.</a:t>
            </a:r>
          </a:p>
        </p:txBody>
      </p:sp>
      <p:sp>
        <p:nvSpPr>
          <p:cNvPr id="48" name="Text Placeholder 15">
            <a:extLst>
              <a:ext uri="{FF2B5EF4-FFF2-40B4-BE49-F238E27FC236}">
                <a16:creationId xmlns:a16="http://schemas.microsoft.com/office/drawing/2014/main" id="{C46B9626-6E96-9340-AF44-2DC0F174B848}"/>
              </a:ext>
            </a:extLst>
          </p:cNvPr>
          <p:cNvSpPr>
            <a:spLocks noGrp="1"/>
          </p:cNvSpPr>
          <p:nvPr>
            <p:ph type="body" sz="quarter" idx="25" hasCustomPrompt="1"/>
          </p:nvPr>
        </p:nvSpPr>
        <p:spPr>
          <a:xfrm>
            <a:off x="6194854" y="4597443"/>
            <a:ext cx="2841572" cy="328379"/>
          </a:xfrm>
        </p:spPr>
        <p:txBody>
          <a:bodyPr lIns="0">
            <a:normAutofit/>
          </a:bodyPr>
          <a:lstStyle>
            <a:lvl1pPr defTabSz="685800">
              <a:lnSpc>
                <a:spcPct val="90000"/>
              </a:lnSpc>
              <a:spcBef>
                <a:spcPts val="750"/>
              </a:spcBef>
              <a:defRPr sz="1000">
                <a:solidFill>
                  <a:srgbClr val="FFFF00"/>
                </a:solidFill>
              </a:defRPr>
            </a:lvl1pPr>
            <a:lvl2pPr>
              <a:defRPr sz="1000">
                <a:solidFill>
                  <a:srgbClr val="FFFF00"/>
                </a:solidFill>
              </a:defRPr>
            </a:lvl2pPr>
            <a:lvl3pPr>
              <a:defRPr sz="1000">
                <a:solidFill>
                  <a:srgbClr val="FFFF00"/>
                </a:solidFill>
              </a:defRPr>
            </a:lvl3pPr>
            <a:lvl4pPr>
              <a:defRPr sz="1000">
                <a:solidFill>
                  <a:srgbClr val="FFFF00"/>
                </a:solidFill>
              </a:defRPr>
            </a:lvl4pPr>
            <a:lvl5pPr>
              <a:defRPr sz="1000">
                <a:solidFill>
                  <a:srgbClr val="FFFF00"/>
                </a:solidFill>
              </a:defRPr>
            </a:lvl5pPr>
          </a:lstStyle>
          <a:p>
            <a:pPr lvl="0"/>
            <a:r>
              <a:rPr lang="en-US" sz="1000" dirty="0">
                <a:solidFill>
                  <a:srgbClr val="FFFF00"/>
                </a:solidFill>
              </a:rPr>
              <a:t>4. POSITION – Align the UCLA logo letters to meet the left guide. </a:t>
            </a:r>
          </a:p>
        </p:txBody>
      </p:sp>
      <p:sp>
        <p:nvSpPr>
          <p:cNvPr id="41" name="Text Placeholder 39">
            <a:extLst>
              <a:ext uri="{FF2B5EF4-FFF2-40B4-BE49-F238E27FC236}">
                <a16:creationId xmlns:a16="http://schemas.microsoft.com/office/drawing/2014/main" id="{C1CD1A20-8368-CF4D-89B6-4588CDF94C2D}"/>
              </a:ext>
            </a:extLst>
          </p:cNvPr>
          <p:cNvSpPr>
            <a:spLocks noGrp="1"/>
          </p:cNvSpPr>
          <p:nvPr>
            <p:ph type="body" sz="quarter" idx="19" hasCustomPrompt="1"/>
          </p:nvPr>
        </p:nvSpPr>
        <p:spPr>
          <a:xfrm>
            <a:off x="731520" y="4492772"/>
            <a:ext cx="5344710" cy="184666"/>
          </a:xfrm>
        </p:spPr>
        <p:txBody>
          <a:bodyPr wrap="square" lIns="0" tIns="0" bIns="0" anchor="b" anchorCtr="0">
            <a:spAutoFit/>
          </a:bodyPr>
          <a:lstStyle>
            <a:lvl1pPr marL="0" indent="0">
              <a:buNone/>
              <a:defRPr sz="1200"/>
            </a:lvl1pPr>
            <a:lvl2pPr marL="342900" indent="0">
              <a:buNone/>
              <a:defRPr/>
            </a:lvl2pPr>
            <a:lvl3pPr marL="685800" indent="0">
              <a:buNone/>
              <a:defRPr/>
            </a:lvl3pPr>
            <a:lvl4pPr marL="1028700" indent="0">
              <a:buNone/>
              <a:defRPr/>
            </a:lvl4pPr>
            <a:lvl5pPr marL="1371600" indent="0">
              <a:buNone/>
              <a:defRPr/>
            </a:lvl5pPr>
          </a:lstStyle>
          <a:p>
            <a:pPr lvl="0"/>
            <a:r>
              <a:rPr lang="en-US" dirty="0"/>
              <a:t>Presenter Name</a:t>
            </a:r>
          </a:p>
        </p:txBody>
      </p:sp>
      <p:sp>
        <p:nvSpPr>
          <p:cNvPr id="4" name="Picture Placeholder 3">
            <a:extLst>
              <a:ext uri="{FF2B5EF4-FFF2-40B4-BE49-F238E27FC236}">
                <a16:creationId xmlns:a16="http://schemas.microsoft.com/office/drawing/2014/main" id="{8E9A85FF-E80A-5945-A966-BD2B1C8F10C9}"/>
              </a:ext>
            </a:extLst>
          </p:cNvPr>
          <p:cNvSpPr>
            <a:spLocks noGrp="1"/>
          </p:cNvSpPr>
          <p:nvPr>
            <p:ph type="pic" sz="quarter" idx="21" hasCustomPrompt="1"/>
          </p:nvPr>
        </p:nvSpPr>
        <p:spPr>
          <a:xfrm>
            <a:off x="731520" y="327025"/>
            <a:ext cx="6104709" cy="1398588"/>
          </a:xfrm>
        </p:spPr>
        <p:txBody>
          <a:bodyPr wrap="square" lIns="91440" tIns="45720" rIns="91440" bIns="45720">
            <a:normAutofit/>
          </a:bodyPr>
          <a:lstStyle>
            <a:lvl1pPr marL="0" indent="0">
              <a:buFontTx/>
              <a:buNone/>
              <a:defRPr sz="1400"/>
            </a:lvl1pPr>
          </a:lstStyle>
          <a:p>
            <a:r>
              <a:rPr lang="en-US" dirty="0"/>
              <a:t>Click the icon to insert the </a:t>
            </a:r>
            <a:r>
              <a:rPr lang="en-US" dirty="0" err="1"/>
              <a:t>Uxd-Wht</a:t>
            </a:r>
            <a:r>
              <a:rPr lang="en-US" dirty="0"/>
              <a:t> or Unboxed-</a:t>
            </a:r>
            <a:r>
              <a:rPr lang="en-US" dirty="0" err="1"/>
              <a:t>WhiteType</a:t>
            </a:r>
            <a:r>
              <a:rPr lang="en-US" dirty="0"/>
              <a:t>, </a:t>
            </a:r>
            <a:r>
              <a:rPr lang="en-US" dirty="0" err="1"/>
              <a:t>svg</a:t>
            </a:r>
            <a:r>
              <a:rPr lang="en-US" dirty="0"/>
              <a:t> or format version of your department logo. Follow the yellow instructions.</a:t>
            </a:r>
          </a:p>
        </p:txBody>
      </p:sp>
      <p:sp>
        <p:nvSpPr>
          <p:cNvPr id="16" name="Text Placeholder 15">
            <a:extLst>
              <a:ext uri="{FF2B5EF4-FFF2-40B4-BE49-F238E27FC236}">
                <a16:creationId xmlns:a16="http://schemas.microsoft.com/office/drawing/2014/main" id="{0AF373DD-908C-E94D-9AD6-5F9541E2B277}"/>
              </a:ext>
            </a:extLst>
          </p:cNvPr>
          <p:cNvSpPr>
            <a:spLocks noGrp="1"/>
          </p:cNvSpPr>
          <p:nvPr>
            <p:ph type="body" sz="quarter" idx="22" hasCustomPrompt="1"/>
          </p:nvPr>
        </p:nvSpPr>
        <p:spPr>
          <a:xfrm>
            <a:off x="7079600" y="337330"/>
            <a:ext cx="1956827" cy="705876"/>
          </a:xfrm>
        </p:spPr>
        <p:txBody>
          <a:bodyPr wrap="square" lIns="0">
            <a:noAutofit/>
          </a:bodyPr>
          <a:lstStyle>
            <a:lvl1pPr>
              <a:defRPr sz="1000">
                <a:solidFill>
                  <a:srgbClr val="FFFF00"/>
                </a:solidFill>
              </a:defRPr>
            </a:lvl1pPr>
            <a:lvl2pPr>
              <a:defRPr sz="1000">
                <a:solidFill>
                  <a:srgbClr val="FFFF00"/>
                </a:solidFill>
              </a:defRPr>
            </a:lvl2pPr>
            <a:lvl3pPr>
              <a:defRPr sz="1000">
                <a:solidFill>
                  <a:srgbClr val="FFFF00"/>
                </a:solidFill>
              </a:defRPr>
            </a:lvl3pPr>
            <a:lvl4pPr>
              <a:defRPr sz="1000">
                <a:solidFill>
                  <a:srgbClr val="FFFF00"/>
                </a:solidFill>
              </a:defRPr>
            </a:lvl4pPr>
            <a:lvl5pPr>
              <a:defRPr sz="1000">
                <a:solidFill>
                  <a:srgbClr val="FFFF00"/>
                </a:solidFill>
              </a:defRPr>
            </a:lvl5pPr>
          </a:lstStyle>
          <a:p>
            <a:r>
              <a:rPr lang="en-US" sz="1000" dirty="0">
                <a:solidFill>
                  <a:srgbClr val="FFFF00"/>
                </a:solidFill>
              </a:rPr>
              <a:t>1. GUIDES – To make sure guides are visible, inside the View ribbon, click the Guides checkbox. Then click the icon inside the picture frame to add your logo.</a:t>
            </a:r>
          </a:p>
        </p:txBody>
      </p:sp>
      <p:sp>
        <p:nvSpPr>
          <p:cNvPr id="46" name="Text Placeholder 15">
            <a:extLst>
              <a:ext uri="{FF2B5EF4-FFF2-40B4-BE49-F238E27FC236}">
                <a16:creationId xmlns:a16="http://schemas.microsoft.com/office/drawing/2014/main" id="{68850D03-9432-5045-8A8F-53B324B22A34}"/>
              </a:ext>
            </a:extLst>
          </p:cNvPr>
          <p:cNvSpPr>
            <a:spLocks noGrp="1"/>
          </p:cNvSpPr>
          <p:nvPr>
            <p:ph type="body" sz="quarter" idx="23" hasCustomPrompt="1"/>
          </p:nvPr>
        </p:nvSpPr>
        <p:spPr>
          <a:xfrm>
            <a:off x="7079600" y="1134645"/>
            <a:ext cx="1956826" cy="800916"/>
          </a:xfrm>
        </p:spPr>
        <p:txBody>
          <a:bodyPr lIns="0">
            <a:normAutofit/>
          </a:bodyPr>
          <a:lstStyle>
            <a:lvl1pPr defTabSz="685800">
              <a:lnSpc>
                <a:spcPct val="90000"/>
              </a:lnSpc>
              <a:spcBef>
                <a:spcPts val="750"/>
              </a:spcBef>
              <a:defRPr sz="1000">
                <a:solidFill>
                  <a:srgbClr val="FFFF00"/>
                </a:solidFill>
              </a:defRPr>
            </a:lvl1pPr>
            <a:lvl2pPr>
              <a:defRPr sz="1000">
                <a:solidFill>
                  <a:srgbClr val="FFFF00"/>
                </a:solidFill>
              </a:defRPr>
            </a:lvl2pPr>
            <a:lvl3pPr>
              <a:defRPr sz="1000">
                <a:solidFill>
                  <a:srgbClr val="FFFF00"/>
                </a:solidFill>
              </a:defRPr>
            </a:lvl3pPr>
            <a:lvl4pPr>
              <a:defRPr sz="1000">
                <a:solidFill>
                  <a:srgbClr val="FFFF00"/>
                </a:solidFill>
              </a:defRPr>
            </a:lvl4pPr>
            <a:lvl5pPr>
              <a:defRPr sz="1000">
                <a:solidFill>
                  <a:srgbClr val="FFFF00"/>
                </a:solidFill>
              </a:defRPr>
            </a:lvl5pPr>
          </a:lstStyle>
          <a:p>
            <a:pPr lvl="0" defTabSz="685800">
              <a:lnSpc>
                <a:spcPct val="90000"/>
              </a:lnSpc>
              <a:spcBef>
                <a:spcPts val="750"/>
              </a:spcBef>
              <a:defRPr/>
            </a:pPr>
            <a:r>
              <a:rPr lang="en-US" sz="1000" dirty="0">
                <a:solidFill>
                  <a:srgbClr val="FFFF00"/>
                </a:solidFill>
              </a:rPr>
              <a:t>2. QUALITY – For the sharpest image, we recommend selecting your logo from the </a:t>
            </a:r>
            <a:r>
              <a:rPr lang="en-US" sz="1000" dirty="0" err="1">
                <a:solidFill>
                  <a:srgbClr val="FFFF00"/>
                </a:solidFill>
              </a:rPr>
              <a:t>svg</a:t>
            </a:r>
            <a:r>
              <a:rPr lang="en-US" sz="1000" dirty="0">
                <a:solidFill>
                  <a:srgbClr val="FFFF00"/>
                </a:solidFill>
              </a:rPr>
              <a:t> folder. Insert the </a:t>
            </a:r>
            <a:r>
              <a:rPr lang="en-US" sz="1000" dirty="0" err="1">
                <a:solidFill>
                  <a:srgbClr val="FFFF00"/>
                </a:solidFill>
              </a:rPr>
              <a:t>Uxd-Wht</a:t>
            </a:r>
            <a:r>
              <a:rPr lang="en-US" sz="1000" dirty="0">
                <a:solidFill>
                  <a:srgbClr val="FFFF00"/>
                </a:solidFill>
              </a:rPr>
              <a:t> or Unboxed-</a:t>
            </a:r>
            <a:r>
              <a:rPr lang="en-US" sz="1000" dirty="0" err="1">
                <a:solidFill>
                  <a:srgbClr val="FFFF00"/>
                </a:solidFill>
              </a:rPr>
              <a:t>WhiteType</a:t>
            </a:r>
            <a:r>
              <a:rPr lang="en-US" sz="1000" dirty="0">
                <a:solidFill>
                  <a:srgbClr val="FFFF00"/>
                </a:solidFill>
              </a:rPr>
              <a:t> version and it will appear in the picture frame. </a:t>
            </a:r>
          </a:p>
        </p:txBody>
      </p:sp>
      <p:sp>
        <p:nvSpPr>
          <p:cNvPr id="10" name="Date Placeholder 9" hidden="1">
            <a:extLst>
              <a:ext uri="{FF2B5EF4-FFF2-40B4-BE49-F238E27FC236}">
                <a16:creationId xmlns:a16="http://schemas.microsoft.com/office/drawing/2014/main" id="{B2A81AB0-654A-3248-A3C6-F1EE412BDF1D}"/>
              </a:ext>
            </a:extLst>
          </p:cNvPr>
          <p:cNvSpPr>
            <a:spLocks noGrp="1"/>
          </p:cNvSpPr>
          <p:nvPr>
            <p:ph type="dt" sz="half" idx="15"/>
          </p:nvPr>
        </p:nvSpPr>
        <p:spPr>
          <a:xfrm>
            <a:off x="6011601" y="4773251"/>
            <a:ext cx="2011680" cy="123111"/>
          </a:xfrm>
          <a:prstGeom prst="rect">
            <a:avLst/>
          </a:prstGeom>
        </p:spPr>
        <p:txBody>
          <a:bodyPr/>
          <a:lstStyle/>
          <a:p>
            <a:fld id="{3D8D77AA-0285-EA4C-A88D-327EB15FA828}" type="datetime4">
              <a:rPr lang="en-US" smtClean="0"/>
              <a:t>August 9, 2024</a:t>
            </a:fld>
            <a:endParaRPr lang="en-US"/>
          </a:p>
        </p:txBody>
      </p:sp>
      <p:sp>
        <p:nvSpPr>
          <p:cNvPr id="31" name="Slide Number Placeholder 30" hidden="1">
            <a:extLst>
              <a:ext uri="{FF2B5EF4-FFF2-40B4-BE49-F238E27FC236}">
                <a16:creationId xmlns:a16="http://schemas.microsoft.com/office/drawing/2014/main" id="{1FDC9578-4AC4-9D48-A4F5-3D595CDD3989}"/>
              </a:ext>
            </a:extLst>
          </p:cNvPr>
          <p:cNvSpPr>
            <a:spLocks noGrp="1"/>
          </p:cNvSpPr>
          <p:nvPr>
            <p:ph type="sldNum" sz="quarter" idx="17"/>
          </p:nvPr>
        </p:nvSpPr>
        <p:spPr>
          <a:xfrm>
            <a:off x="8249285" y="4773251"/>
            <a:ext cx="548640" cy="123111"/>
          </a:xfrm>
          <a:prstGeom prst="rect">
            <a:avLst/>
          </a:prstGeom>
        </p:spPr>
        <p:txBody>
          <a:bodyPr/>
          <a:lstStyle/>
          <a:p>
            <a:fld id="{8368066F-241F-DA46-A244-6F6C08E1BFA8}" type="slidenum">
              <a:rPr lang="en-US" smtClean="0"/>
              <a:pPr/>
              <a:t>‹#›</a:t>
            </a:fld>
            <a:endParaRPr lang="en-US"/>
          </a:p>
        </p:txBody>
      </p:sp>
    </p:spTree>
    <p:extLst>
      <p:ext uri="{BB962C8B-B14F-4D97-AF65-F5344CB8AC3E}">
        <p14:creationId xmlns:p14="http://schemas.microsoft.com/office/powerpoint/2010/main" val="3343787172"/>
      </p:ext>
    </p:extLst>
  </p:cSld>
  <p:clrMapOvr>
    <a:masterClrMapping/>
  </p:clrMapOvr>
  <p:extLst>
    <p:ext uri="{DCECCB84-F9BA-43D5-87BE-67443E8EF086}">
      <p15:sldGuideLst xmlns:p15="http://schemas.microsoft.com/office/powerpoint/2012/main">
        <p15:guide id="20" orient="horz" pos="374" userDrawn="1">
          <p15:clr>
            <a:srgbClr val="FBAE40"/>
          </p15:clr>
        </p15:guide>
        <p15:guide id="21" orient="horz" pos="206" userDrawn="1">
          <p15:clr>
            <a:srgbClr val="FBAE40"/>
          </p15:clr>
        </p15:guide>
        <p15:guide id="22"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1520" y="2286000"/>
            <a:ext cx="7680960" cy="457200"/>
          </a:xfrm>
        </p:spPr>
        <p:txBody>
          <a:bodyPr bIns="0" anchor="t" anchorCtr="0">
            <a:spAutoFit/>
          </a:bodyPr>
          <a:lstStyle>
            <a:lvl1pPr algn="ctr">
              <a:defRPr sz="3800" b="1" i="1">
                <a:solidFill>
                  <a:schemeClr val="bg1"/>
                </a:solidFill>
              </a:defRPr>
            </a:lvl1pPr>
          </a:lstStyle>
          <a:p>
            <a:r>
              <a:rPr lang="en-US" dirty="0"/>
              <a:t>Section Divider</a:t>
            </a:r>
          </a:p>
        </p:txBody>
      </p:sp>
      <p:sp>
        <p:nvSpPr>
          <p:cNvPr id="6" name="Text Placeholder 4">
            <a:extLst>
              <a:ext uri="{FF2B5EF4-FFF2-40B4-BE49-F238E27FC236}">
                <a16:creationId xmlns:a16="http://schemas.microsoft.com/office/drawing/2014/main" id="{F189EAFF-696D-0248-AFFA-AAE927E26F96}"/>
              </a:ext>
            </a:extLst>
          </p:cNvPr>
          <p:cNvSpPr>
            <a:spLocks noGrp="1"/>
          </p:cNvSpPr>
          <p:nvPr>
            <p:ph type="body" sz="quarter" idx="20" hasCustomPrompt="1"/>
          </p:nvPr>
        </p:nvSpPr>
        <p:spPr>
          <a:xfrm>
            <a:off x="731520" y="2834639"/>
            <a:ext cx="7680960" cy="274320"/>
          </a:xfrm>
        </p:spPr>
        <p:txBody>
          <a:bodyPr lIns="0" tIns="0" rIns="0" bIns="0" anchor="t" anchorCtr="0">
            <a:spAutoFit/>
          </a:bodyPr>
          <a:lstStyle>
            <a:lvl1pPr algn="ctr">
              <a:defRPr/>
            </a:lvl1pPr>
            <a:lvl2pPr algn="ctr">
              <a:defRPr/>
            </a:lvl2pPr>
            <a:lvl3pPr algn="ctr">
              <a:defRPr/>
            </a:lvl3pPr>
            <a:lvl4pPr algn="ctr">
              <a:defRPr/>
            </a:lvl4pPr>
            <a:lvl5pPr algn="ctr">
              <a:defRPr/>
            </a:lvl5pPr>
          </a:lstStyle>
          <a:p>
            <a:pPr lvl="0"/>
            <a:r>
              <a:rPr lang="en-US" dirty="0"/>
              <a:t>Additional text goes here</a:t>
            </a:r>
          </a:p>
        </p:txBody>
      </p:sp>
      <p:pic>
        <p:nvPicPr>
          <p:cNvPr id="8" name="Logo">
            <a:extLst>
              <a:ext uri="{FF2B5EF4-FFF2-40B4-BE49-F238E27FC236}">
                <a16:creationId xmlns:a16="http://schemas.microsoft.com/office/drawing/2014/main" id="{BC2FB62D-AA28-C648-8D9A-0E5FF26CB3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9" name="Department name placeholder">
            <a:extLst>
              <a:ext uri="{FF2B5EF4-FFF2-40B4-BE49-F238E27FC236}">
                <a16:creationId xmlns:a16="http://schemas.microsoft.com/office/drawing/2014/main" id="{5DCD82B4-E92A-734D-8320-2F72ADF0E473}"/>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1" name="Slide Number Placeholder 5">
            <a:extLst>
              <a:ext uri="{FF2B5EF4-FFF2-40B4-BE49-F238E27FC236}">
                <a16:creationId xmlns:a16="http://schemas.microsoft.com/office/drawing/2014/main" id="{66EA4C0E-6546-1A4F-AF42-99DEDD3547A3}"/>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2" name="Text Placeholder 39">
            <a:extLst>
              <a:ext uri="{FF2B5EF4-FFF2-40B4-BE49-F238E27FC236}">
                <a16:creationId xmlns:a16="http://schemas.microsoft.com/office/drawing/2014/main" id="{CBF9BE02-2BD0-EF4B-867F-BE6F4277B285}"/>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2917617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w/copy</a:t>
            </a:r>
          </a:p>
        </p:txBody>
      </p:sp>
      <p:sp>
        <p:nvSpPr>
          <p:cNvPr id="16" name="Text Placeholder 15">
            <a:extLst>
              <a:ext uri="{FF2B5EF4-FFF2-40B4-BE49-F238E27FC236}">
                <a16:creationId xmlns:a16="http://schemas.microsoft.com/office/drawing/2014/main" id="{096DF2BE-5EBE-5B40-92D3-2880086C2AD6}"/>
              </a:ext>
            </a:extLst>
          </p:cNvPr>
          <p:cNvSpPr>
            <a:spLocks noGrp="1"/>
          </p:cNvSpPr>
          <p:nvPr>
            <p:ph type="body" sz="quarter" idx="12" hasCustomPrompt="1"/>
          </p:nvPr>
        </p:nvSpPr>
        <p:spPr>
          <a:xfrm>
            <a:off x="731520" y="1920240"/>
            <a:ext cx="7314883" cy="222818"/>
          </a:xfrm>
        </p:spPr>
        <p:txBody>
          <a:bodyPr lIns="457200">
            <a:spAutoFit/>
          </a:bodyPr>
          <a:lstStyle>
            <a:lvl1pPr marL="0" indent="0">
              <a:buNone/>
              <a:defRPr b="1" cap="all"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SUBHEAD IF NEEDED</a:t>
            </a:r>
          </a:p>
        </p:txBody>
      </p:sp>
      <p:sp>
        <p:nvSpPr>
          <p:cNvPr id="7" name="Text Placeholder 6">
            <a:extLst>
              <a:ext uri="{FF2B5EF4-FFF2-40B4-BE49-F238E27FC236}">
                <a16:creationId xmlns:a16="http://schemas.microsoft.com/office/drawing/2014/main" id="{16A9AE35-7F73-6044-BF44-6833FBE8EFF5}"/>
              </a:ext>
            </a:extLst>
          </p:cNvPr>
          <p:cNvSpPr>
            <a:spLocks noGrp="1"/>
          </p:cNvSpPr>
          <p:nvPr>
            <p:ph type="body" sz="quarter" idx="13" hasCustomPrompt="1"/>
          </p:nvPr>
        </p:nvSpPr>
        <p:spPr>
          <a:xfrm>
            <a:off x="731838" y="2286000"/>
            <a:ext cx="7315200" cy="731520"/>
          </a:xfrm>
        </p:spPr>
        <p:txBody>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ead</a:t>
            </a:r>
            <a:r>
              <a:rPr lang="en-US" dirty="0"/>
              <a:t>.</a:t>
            </a:r>
          </a:p>
        </p:txBody>
      </p:sp>
      <p:pic>
        <p:nvPicPr>
          <p:cNvPr id="8" name="Logo">
            <a:extLst>
              <a:ext uri="{FF2B5EF4-FFF2-40B4-BE49-F238E27FC236}">
                <a16:creationId xmlns:a16="http://schemas.microsoft.com/office/drawing/2014/main" id="{C235F16B-E9E7-BA44-BDB7-6781B7C52C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9" name="Department name placeholder">
            <a:extLst>
              <a:ext uri="{FF2B5EF4-FFF2-40B4-BE49-F238E27FC236}">
                <a16:creationId xmlns:a16="http://schemas.microsoft.com/office/drawing/2014/main" id="{912A488A-6869-2D4F-9E13-6DD07A408A4B}"/>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0" name="Slide Number Placeholder 5">
            <a:extLst>
              <a:ext uri="{FF2B5EF4-FFF2-40B4-BE49-F238E27FC236}">
                <a16:creationId xmlns:a16="http://schemas.microsoft.com/office/drawing/2014/main" id="{4C6C9CC0-7C6A-1043-84E6-E80163529BC9}"/>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1" name="Text Placeholder 39">
            <a:extLst>
              <a:ext uri="{FF2B5EF4-FFF2-40B4-BE49-F238E27FC236}">
                <a16:creationId xmlns:a16="http://schemas.microsoft.com/office/drawing/2014/main" id="{73B4D4F1-C68B-AA43-A6C9-2AAE5A324949}"/>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138227205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w/bullets</a:t>
            </a:r>
          </a:p>
        </p:txBody>
      </p:sp>
      <p:sp>
        <p:nvSpPr>
          <p:cNvPr id="8" name="Text Placeholder 6">
            <a:extLst>
              <a:ext uri="{FF2B5EF4-FFF2-40B4-BE49-F238E27FC236}">
                <a16:creationId xmlns:a16="http://schemas.microsoft.com/office/drawing/2014/main" id="{0A621076-D4E9-794C-AD36-843BF2FF609B}"/>
              </a:ext>
            </a:extLst>
          </p:cNvPr>
          <p:cNvSpPr>
            <a:spLocks noGrp="1"/>
          </p:cNvSpPr>
          <p:nvPr>
            <p:ph type="body" sz="quarter" idx="13" hasCustomPrompt="1"/>
          </p:nvPr>
        </p:nvSpPr>
        <p:spPr>
          <a:xfrm>
            <a:off x="731838" y="1920240"/>
            <a:ext cx="7315200" cy="548640"/>
          </a:xfrm>
        </p:spPr>
        <p:txBody>
          <a:bodyPr/>
          <a:lstStyle>
            <a:lvl1pPr marL="173736" indent="-173736">
              <a:buFont typeface="Arial" panose="020B0604020202020204" pitchFamily="34" charset="0"/>
              <a:buChar char="•"/>
              <a:defRPr/>
            </a:lvl1pPr>
          </a:lstStyle>
          <a:p>
            <a:pPr lvl="0"/>
            <a:r>
              <a:rPr lang="en-US" dirty="0"/>
              <a:t>Most bulleted slides should have no more than 5 bullets with only about 5-6 words per bullet.</a:t>
            </a:r>
          </a:p>
        </p:txBody>
      </p:sp>
      <p:pic>
        <p:nvPicPr>
          <p:cNvPr id="7" name="Logo">
            <a:extLst>
              <a:ext uri="{FF2B5EF4-FFF2-40B4-BE49-F238E27FC236}">
                <a16:creationId xmlns:a16="http://schemas.microsoft.com/office/drawing/2014/main" id="{3CFA3ECD-99AD-4E49-9B46-9A02286F8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9" name="Department name placeholder">
            <a:extLst>
              <a:ext uri="{FF2B5EF4-FFF2-40B4-BE49-F238E27FC236}">
                <a16:creationId xmlns:a16="http://schemas.microsoft.com/office/drawing/2014/main" id="{B2CC8341-58A3-1844-B88A-0181C3E4EEDF}"/>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0" name="Slide Number Placeholder 5">
            <a:extLst>
              <a:ext uri="{FF2B5EF4-FFF2-40B4-BE49-F238E27FC236}">
                <a16:creationId xmlns:a16="http://schemas.microsoft.com/office/drawing/2014/main" id="{057813A0-EDF7-074A-93A0-097B5ADEEF45}"/>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1" name="Text Placeholder 39">
            <a:extLst>
              <a:ext uri="{FF2B5EF4-FFF2-40B4-BE49-F238E27FC236}">
                <a16:creationId xmlns:a16="http://schemas.microsoft.com/office/drawing/2014/main" id="{D9E198F9-9DC1-294A-99AE-4ED00AC1B24E}"/>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2286035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w/two columns</a:t>
            </a:r>
          </a:p>
        </p:txBody>
      </p:sp>
      <p:sp>
        <p:nvSpPr>
          <p:cNvPr id="16" name="Text Placeholder 15">
            <a:extLst>
              <a:ext uri="{FF2B5EF4-FFF2-40B4-BE49-F238E27FC236}">
                <a16:creationId xmlns:a16="http://schemas.microsoft.com/office/drawing/2014/main" id="{096DF2BE-5EBE-5B40-92D3-2880086C2AD6}"/>
              </a:ext>
            </a:extLst>
          </p:cNvPr>
          <p:cNvSpPr>
            <a:spLocks noGrp="1"/>
          </p:cNvSpPr>
          <p:nvPr>
            <p:ph type="body" sz="quarter" idx="12" hasCustomPrompt="1"/>
          </p:nvPr>
        </p:nvSpPr>
        <p:spPr>
          <a:xfrm>
            <a:off x="731520" y="1920240"/>
            <a:ext cx="3566160" cy="222818"/>
          </a:xfrm>
        </p:spPr>
        <p:txBody>
          <a:bodyPr lIns="457200" tIns="0" rIns="0" bIns="0">
            <a:spAutoFit/>
          </a:bodyPr>
          <a:lstStyle>
            <a:lvl1pPr marL="0" indent="0">
              <a:buNone/>
              <a:defRPr b="1" cap="all"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SUBHEAD Column </a:t>
            </a:r>
            <a:r>
              <a:rPr lang="en-US" dirty="0" err="1"/>
              <a:t>ONe</a:t>
            </a:r>
            <a:endParaRPr lang="en-US" dirty="0"/>
          </a:p>
        </p:txBody>
      </p:sp>
      <p:sp>
        <p:nvSpPr>
          <p:cNvPr id="7" name="Text Placeholder 15">
            <a:extLst>
              <a:ext uri="{FF2B5EF4-FFF2-40B4-BE49-F238E27FC236}">
                <a16:creationId xmlns:a16="http://schemas.microsoft.com/office/drawing/2014/main" id="{F830867C-9860-A540-B2F8-B4F1E5421A7C}"/>
              </a:ext>
            </a:extLst>
          </p:cNvPr>
          <p:cNvSpPr>
            <a:spLocks noGrp="1"/>
          </p:cNvSpPr>
          <p:nvPr>
            <p:ph type="body" sz="quarter" idx="13" hasCustomPrompt="1"/>
          </p:nvPr>
        </p:nvSpPr>
        <p:spPr>
          <a:xfrm>
            <a:off x="4480560" y="1920240"/>
            <a:ext cx="3566160" cy="222818"/>
          </a:xfrm>
        </p:spPr>
        <p:txBody>
          <a:bodyPr lIns="457200" tIns="0" rIns="0" bIns="0">
            <a:spAutoFit/>
          </a:bodyPr>
          <a:lstStyle>
            <a:lvl1pPr marL="0" indent="0">
              <a:buNone/>
              <a:defRPr b="1" cap="all"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SUBHEAD Column Two</a:t>
            </a:r>
          </a:p>
        </p:txBody>
      </p:sp>
      <p:sp>
        <p:nvSpPr>
          <p:cNvPr id="9" name="Text Placeholder 6">
            <a:extLst>
              <a:ext uri="{FF2B5EF4-FFF2-40B4-BE49-F238E27FC236}">
                <a16:creationId xmlns:a16="http://schemas.microsoft.com/office/drawing/2014/main" id="{58655711-A5BA-0340-8B5D-3721C36F5FE6}"/>
              </a:ext>
            </a:extLst>
          </p:cNvPr>
          <p:cNvSpPr>
            <a:spLocks noGrp="1"/>
          </p:cNvSpPr>
          <p:nvPr>
            <p:ph type="body" sz="quarter" idx="15" hasCustomPrompt="1"/>
          </p:nvPr>
        </p:nvSpPr>
        <p:spPr>
          <a:xfrm>
            <a:off x="731838" y="2286000"/>
            <a:ext cx="3566160" cy="1188720"/>
          </a:xfrm>
        </p:spPr>
        <p:txBody>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a:t>
            </a:r>
          </a:p>
        </p:txBody>
      </p:sp>
      <p:sp>
        <p:nvSpPr>
          <p:cNvPr id="10" name="Text Placeholder 6">
            <a:extLst>
              <a:ext uri="{FF2B5EF4-FFF2-40B4-BE49-F238E27FC236}">
                <a16:creationId xmlns:a16="http://schemas.microsoft.com/office/drawing/2014/main" id="{6377D75B-88A1-8E47-BB90-9C926877E2A0}"/>
              </a:ext>
            </a:extLst>
          </p:cNvPr>
          <p:cNvSpPr>
            <a:spLocks noGrp="1"/>
          </p:cNvSpPr>
          <p:nvPr>
            <p:ph type="body" sz="quarter" idx="16" hasCustomPrompt="1"/>
          </p:nvPr>
        </p:nvSpPr>
        <p:spPr>
          <a:xfrm>
            <a:off x="4480560" y="2286000"/>
            <a:ext cx="3566160" cy="1188720"/>
          </a:xfrm>
        </p:spPr>
        <p:txBody>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a:t>
            </a:r>
          </a:p>
        </p:txBody>
      </p:sp>
      <p:pic>
        <p:nvPicPr>
          <p:cNvPr id="11" name="Logo">
            <a:extLst>
              <a:ext uri="{FF2B5EF4-FFF2-40B4-BE49-F238E27FC236}">
                <a16:creationId xmlns:a16="http://schemas.microsoft.com/office/drawing/2014/main" id="{BFF1E592-52C2-4640-A5EE-A71FA414C5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14" name="Department name placeholder">
            <a:extLst>
              <a:ext uri="{FF2B5EF4-FFF2-40B4-BE49-F238E27FC236}">
                <a16:creationId xmlns:a16="http://schemas.microsoft.com/office/drawing/2014/main" id="{DDD185D4-EA97-E743-A9B9-4CD1F1BD8574}"/>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5" name="Slide Number Placeholder 5">
            <a:extLst>
              <a:ext uri="{FF2B5EF4-FFF2-40B4-BE49-F238E27FC236}">
                <a16:creationId xmlns:a16="http://schemas.microsoft.com/office/drawing/2014/main" id="{15EA7B53-4608-C149-A461-5D00A7C21384}"/>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7" name="Text Placeholder 39">
            <a:extLst>
              <a:ext uri="{FF2B5EF4-FFF2-40B4-BE49-F238E27FC236}">
                <a16:creationId xmlns:a16="http://schemas.microsoft.com/office/drawing/2014/main" id="{073913A9-D7AB-284C-B157-FE3542360687}"/>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273291237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wo bullet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w/two bullet columns</a:t>
            </a:r>
          </a:p>
        </p:txBody>
      </p:sp>
      <p:sp>
        <p:nvSpPr>
          <p:cNvPr id="7" name="Text Placeholder 6">
            <a:extLst>
              <a:ext uri="{FF2B5EF4-FFF2-40B4-BE49-F238E27FC236}">
                <a16:creationId xmlns:a16="http://schemas.microsoft.com/office/drawing/2014/main" id="{819E5FAE-7645-C34B-94C3-69C37891FB84}"/>
              </a:ext>
            </a:extLst>
          </p:cNvPr>
          <p:cNvSpPr>
            <a:spLocks noGrp="1"/>
          </p:cNvSpPr>
          <p:nvPr>
            <p:ph type="body" sz="quarter" idx="13" hasCustomPrompt="1"/>
          </p:nvPr>
        </p:nvSpPr>
        <p:spPr>
          <a:xfrm>
            <a:off x="731838" y="1920240"/>
            <a:ext cx="3566160" cy="731520"/>
          </a:xfrm>
        </p:spPr>
        <p:txBody>
          <a:bodyPr/>
          <a:lstStyle>
            <a:lvl1pPr marL="173736" indent="-173736">
              <a:buFont typeface="Arial" panose="020B0604020202020204" pitchFamily="34" charset="0"/>
              <a:buChar char="•"/>
              <a:defRPr/>
            </a:lvl1pPr>
          </a:lstStyle>
          <a:p>
            <a:pPr lvl="0"/>
            <a:r>
              <a:rPr lang="en-US" dirty="0"/>
              <a:t>Most bulleted slides should have no more than 5 bullets with only about 5-6 words per bullet.</a:t>
            </a:r>
          </a:p>
        </p:txBody>
      </p:sp>
      <p:sp>
        <p:nvSpPr>
          <p:cNvPr id="9" name="Text Placeholder 6">
            <a:extLst>
              <a:ext uri="{FF2B5EF4-FFF2-40B4-BE49-F238E27FC236}">
                <a16:creationId xmlns:a16="http://schemas.microsoft.com/office/drawing/2014/main" id="{6466192A-B18D-6B4F-B810-262A070288A2}"/>
              </a:ext>
            </a:extLst>
          </p:cNvPr>
          <p:cNvSpPr>
            <a:spLocks noGrp="1"/>
          </p:cNvSpPr>
          <p:nvPr>
            <p:ph type="body" sz="quarter" idx="14" hasCustomPrompt="1"/>
          </p:nvPr>
        </p:nvSpPr>
        <p:spPr>
          <a:xfrm>
            <a:off x="4480560" y="1920240"/>
            <a:ext cx="3566160" cy="731520"/>
          </a:xfrm>
        </p:spPr>
        <p:txBody>
          <a:bodyPr/>
          <a:lstStyle>
            <a:lvl1pPr marL="173736" indent="-173736">
              <a:buFont typeface="Arial" panose="020B0604020202020204" pitchFamily="34" charset="0"/>
              <a:buChar char="•"/>
              <a:defRPr/>
            </a:lvl1pPr>
          </a:lstStyle>
          <a:p>
            <a:pPr lvl="0"/>
            <a:r>
              <a:rPr lang="en-US" dirty="0"/>
              <a:t>Most bulleted slides should have no more than 5 bullets with only about 5-6 words per bullet.</a:t>
            </a:r>
          </a:p>
        </p:txBody>
      </p:sp>
      <p:pic>
        <p:nvPicPr>
          <p:cNvPr id="8" name="Logo">
            <a:extLst>
              <a:ext uri="{FF2B5EF4-FFF2-40B4-BE49-F238E27FC236}">
                <a16:creationId xmlns:a16="http://schemas.microsoft.com/office/drawing/2014/main" id="{E8C2CC86-6EE8-8D49-B3B0-DBF61BC4AA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10" name="Department name placeholder">
            <a:extLst>
              <a:ext uri="{FF2B5EF4-FFF2-40B4-BE49-F238E27FC236}">
                <a16:creationId xmlns:a16="http://schemas.microsoft.com/office/drawing/2014/main" id="{AFB9229E-2D91-2F49-ABFD-B283E94DDAD8}"/>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1" name="Slide Number Placeholder 5">
            <a:extLst>
              <a:ext uri="{FF2B5EF4-FFF2-40B4-BE49-F238E27FC236}">
                <a16:creationId xmlns:a16="http://schemas.microsoft.com/office/drawing/2014/main" id="{5DDAEFB0-0F74-E646-9CF2-AAE738BC733F}"/>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4" name="Text Placeholder 39">
            <a:extLst>
              <a:ext uri="{FF2B5EF4-FFF2-40B4-BE49-F238E27FC236}">
                <a16:creationId xmlns:a16="http://schemas.microsoft.com/office/drawing/2014/main" id="{E15BFCAB-1BD7-9644-9633-55F9D96E9A98}"/>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2002093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number callouts">
    <p:spTree>
      <p:nvGrpSpPr>
        <p:cNvPr id="1" name=""/>
        <p:cNvGrpSpPr/>
        <p:nvPr/>
      </p:nvGrpSpPr>
      <p:grpSpPr>
        <a:xfrm>
          <a:off x="0" y="0"/>
          <a:ext cx="0" cy="0"/>
          <a:chOff x="0" y="0"/>
          <a:chExt cx="0" cy="0"/>
        </a:xfrm>
      </p:grpSpPr>
      <p:sp>
        <p:nvSpPr>
          <p:cNvPr id="20" name="Label Placeholder 15">
            <a:extLst>
              <a:ext uri="{FF2B5EF4-FFF2-40B4-BE49-F238E27FC236}">
                <a16:creationId xmlns:a16="http://schemas.microsoft.com/office/drawing/2014/main" id="{393FEC69-576E-5A41-A66C-343864F51003}"/>
              </a:ext>
            </a:extLst>
          </p:cNvPr>
          <p:cNvSpPr>
            <a:spLocks noGrp="1"/>
          </p:cNvSpPr>
          <p:nvPr>
            <p:ph type="body" sz="quarter" idx="17" hasCustomPrompt="1"/>
          </p:nvPr>
        </p:nvSpPr>
        <p:spPr>
          <a:xfrm>
            <a:off x="1977468" y="3655945"/>
            <a:ext cx="1818445" cy="194990"/>
          </a:xfrm>
        </p:spPr>
        <p:txBody>
          <a:bodyPr wrap="square" lIns="0" tIns="0" rIns="0" bIns="0" anchor="t" anchorCtr="0">
            <a:spAutoFit/>
          </a:bodyPr>
          <a:lstStyle>
            <a:lvl1pPr marL="0" indent="0" algn="ctr">
              <a:buNone/>
              <a:defRPr sz="1400" b="0" cap="none"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Label goes here</a:t>
            </a:r>
          </a:p>
        </p:txBody>
      </p:sp>
      <p:sp>
        <p:nvSpPr>
          <p:cNvPr id="16" name="Data Placeholder 15">
            <a:extLst>
              <a:ext uri="{FF2B5EF4-FFF2-40B4-BE49-F238E27FC236}">
                <a16:creationId xmlns:a16="http://schemas.microsoft.com/office/drawing/2014/main" id="{096DF2BE-5EBE-5B40-92D3-2880086C2AD6}"/>
              </a:ext>
            </a:extLst>
          </p:cNvPr>
          <p:cNvSpPr>
            <a:spLocks noGrp="1"/>
          </p:cNvSpPr>
          <p:nvPr>
            <p:ph type="body" sz="quarter" idx="12" hasCustomPrompt="1"/>
          </p:nvPr>
        </p:nvSpPr>
        <p:spPr>
          <a:xfrm>
            <a:off x="2725025" y="1875645"/>
            <a:ext cx="876202" cy="1738938"/>
          </a:xfrm>
        </p:spPr>
        <p:txBody>
          <a:bodyPr wrap="none" lIns="0" anchor="b" anchorCtr="0">
            <a:spAutoFit/>
          </a:bodyPr>
          <a:lstStyle>
            <a:lvl1pPr marL="0" indent="0" algn="l">
              <a:buNone/>
              <a:defRPr sz="11000" b="0" cap="none"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1</a:t>
            </a:r>
          </a:p>
        </p:txBody>
      </p:sp>
      <p:sp>
        <p:nvSpPr>
          <p:cNvPr id="19" name="# symbol Placeholder 15">
            <a:extLst>
              <a:ext uri="{FF2B5EF4-FFF2-40B4-BE49-F238E27FC236}">
                <a16:creationId xmlns:a16="http://schemas.microsoft.com/office/drawing/2014/main" id="{75006981-AE6F-ED48-9FDA-C84F313AB315}"/>
              </a:ext>
            </a:extLst>
          </p:cNvPr>
          <p:cNvSpPr>
            <a:spLocks noGrp="1"/>
          </p:cNvSpPr>
          <p:nvPr>
            <p:ph type="body" sz="quarter" idx="16" hasCustomPrompt="1"/>
          </p:nvPr>
        </p:nvSpPr>
        <p:spPr>
          <a:xfrm>
            <a:off x="2173955" y="2460421"/>
            <a:ext cx="520334" cy="1154162"/>
          </a:xfrm>
        </p:spPr>
        <p:txBody>
          <a:bodyPr wrap="none" lIns="0" bIns="182880" anchor="b" anchorCtr="0">
            <a:spAutoFit/>
          </a:bodyPr>
          <a:lstStyle>
            <a:lvl1pPr marL="0" indent="0" algn="r">
              <a:buNone/>
              <a:defRPr sz="6000" b="0" cap="none"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a:t>
            </a:r>
          </a:p>
        </p:txBody>
      </p:sp>
      <p:sp>
        <p:nvSpPr>
          <p:cNvPr id="21" name="Label Placeholder 15">
            <a:extLst>
              <a:ext uri="{FF2B5EF4-FFF2-40B4-BE49-F238E27FC236}">
                <a16:creationId xmlns:a16="http://schemas.microsoft.com/office/drawing/2014/main" id="{281D7D63-1772-2548-8E9D-38CC73E7E410}"/>
              </a:ext>
            </a:extLst>
          </p:cNvPr>
          <p:cNvSpPr>
            <a:spLocks noGrp="1"/>
          </p:cNvSpPr>
          <p:nvPr>
            <p:ph type="body" sz="quarter" idx="18" hasCustomPrompt="1"/>
          </p:nvPr>
        </p:nvSpPr>
        <p:spPr>
          <a:xfrm>
            <a:off x="6019269" y="3655945"/>
            <a:ext cx="1818445" cy="194990"/>
          </a:xfrm>
        </p:spPr>
        <p:txBody>
          <a:bodyPr wrap="square" lIns="0" tIns="0" rIns="0" bIns="0" anchor="t" anchorCtr="0">
            <a:spAutoFit/>
          </a:bodyPr>
          <a:lstStyle>
            <a:lvl1pPr marL="0" indent="0" algn="ctr">
              <a:buNone/>
              <a:defRPr sz="1400" b="0" cap="none"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Label goes here</a:t>
            </a:r>
          </a:p>
        </p:txBody>
      </p:sp>
      <p:sp>
        <p:nvSpPr>
          <p:cNvPr id="14" name="Data Placeholder 15">
            <a:extLst>
              <a:ext uri="{FF2B5EF4-FFF2-40B4-BE49-F238E27FC236}">
                <a16:creationId xmlns:a16="http://schemas.microsoft.com/office/drawing/2014/main" id="{0D991CE4-8961-6642-9F1F-CD254B61DBC1}"/>
              </a:ext>
            </a:extLst>
          </p:cNvPr>
          <p:cNvSpPr>
            <a:spLocks noGrp="1"/>
          </p:cNvSpPr>
          <p:nvPr>
            <p:ph type="body" sz="quarter" idx="14" hasCustomPrompt="1"/>
          </p:nvPr>
        </p:nvSpPr>
        <p:spPr>
          <a:xfrm>
            <a:off x="6144623" y="2082625"/>
            <a:ext cx="1567737" cy="1531958"/>
          </a:xfrm>
        </p:spPr>
        <p:txBody>
          <a:bodyPr wrap="none" lIns="0" anchor="b" anchorCtr="0">
            <a:spAutoFit/>
          </a:bodyPr>
          <a:lstStyle>
            <a:lvl1pPr marL="0" indent="0" algn="ctr">
              <a:buNone/>
              <a:defRPr sz="11000" b="0" cap="none" baseline="0"/>
            </a:lvl1pPr>
            <a:lvl2pPr marL="342900" indent="0">
              <a:buNone/>
              <a:defRPr b="1" cap="all" baseline="0"/>
            </a:lvl2pPr>
            <a:lvl3pPr marL="685800" indent="0">
              <a:buNone/>
              <a:defRPr b="1" cap="all" baseline="0"/>
            </a:lvl3pPr>
            <a:lvl4pPr marL="1028700" indent="0">
              <a:buNone/>
              <a:defRPr b="1" cap="all" baseline="0"/>
            </a:lvl4pPr>
            <a:lvl5pPr marL="1371600" indent="0">
              <a:buNone/>
              <a:defRPr b="1" cap="all" baseline="0"/>
            </a:lvl5pPr>
          </a:lstStyle>
          <a:p>
            <a:pPr lvl="0"/>
            <a:r>
              <a:rPr lang="en-US" dirty="0"/>
              <a:t>80</a:t>
            </a:r>
          </a:p>
        </p:txBody>
      </p:sp>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w/number callouts</a:t>
            </a:r>
          </a:p>
        </p:txBody>
      </p:sp>
      <p:pic>
        <p:nvPicPr>
          <p:cNvPr id="10" name="Logo">
            <a:extLst>
              <a:ext uri="{FF2B5EF4-FFF2-40B4-BE49-F238E27FC236}">
                <a16:creationId xmlns:a16="http://schemas.microsoft.com/office/drawing/2014/main" id="{8441B478-1152-394B-84AB-C8F4E165E8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11" name="Department name placeholder">
            <a:extLst>
              <a:ext uri="{FF2B5EF4-FFF2-40B4-BE49-F238E27FC236}">
                <a16:creationId xmlns:a16="http://schemas.microsoft.com/office/drawing/2014/main" id="{474B7B78-DA36-9C4B-B347-DA8B9C638C75}"/>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5" name="Slide Number Placeholder 5">
            <a:extLst>
              <a:ext uri="{FF2B5EF4-FFF2-40B4-BE49-F238E27FC236}">
                <a16:creationId xmlns:a16="http://schemas.microsoft.com/office/drawing/2014/main" id="{23BBF643-0C0D-534A-AFF6-F06A92FB4C73}"/>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7" name="Text Placeholder 39">
            <a:extLst>
              <a:ext uri="{FF2B5EF4-FFF2-40B4-BE49-F238E27FC236}">
                <a16:creationId xmlns:a16="http://schemas.microsoft.com/office/drawing/2014/main" id="{09F60AE3-9C0A-6A47-9A1B-9B20B2CE6D5C}"/>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4170020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w/table</a:t>
            </a:r>
          </a:p>
        </p:txBody>
      </p:sp>
      <p:sp>
        <p:nvSpPr>
          <p:cNvPr id="4" name="Rectangle 3">
            <a:extLst>
              <a:ext uri="{FF2B5EF4-FFF2-40B4-BE49-F238E27FC236}">
                <a16:creationId xmlns:a16="http://schemas.microsoft.com/office/drawing/2014/main" id="{C8B25AD7-E7BA-A04B-8087-8B406EFE55BC}"/>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B13B9C0-57DF-AA43-A71D-A22B60BD29B3}"/>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8E10888-1D89-B343-8141-C3F85EC8E2B6}"/>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DB9779-D88F-584E-A4C8-9519B79881C5}"/>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C82E566-6216-BE40-8CBE-9B7D64ABE695}"/>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8C30AA6-B15B-4A46-8580-0E42ECDFF071}"/>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able Placeholder 4">
            <a:extLst>
              <a:ext uri="{FF2B5EF4-FFF2-40B4-BE49-F238E27FC236}">
                <a16:creationId xmlns:a16="http://schemas.microsoft.com/office/drawing/2014/main" id="{3EE0CC54-DED3-C64F-98AE-A20D7062CE1E}"/>
              </a:ext>
            </a:extLst>
          </p:cNvPr>
          <p:cNvSpPr>
            <a:spLocks noGrp="1"/>
          </p:cNvSpPr>
          <p:nvPr>
            <p:ph type="tbl" sz="quarter" idx="13"/>
          </p:nvPr>
        </p:nvSpPr>
        <p:spPr>
          <a:xfrm>
            <a:off x="1188720" y="1920240"/>
            <a:ext cx="6400800" cy="2194560"/>
          </a:xfrm>
        </p:spPr>
        <p:txBody>
          <a:bodyPr lIns="0" tIns="0" anchor="t" anchorCtr="0"/>
          <a:lstStyle>
            <a:lvl1pPr marL="0" indent="0" algn="ctr">
              <a:buFont typeface="Arial" panose="020B0604020202020204" pitchFamily="34" charset="0"/>
              <a:buNone/>
              <a:defRPr/>
            </a:lvl1pPr>
          </a:lstStyle>
          <a:p>
            <a:r>
              <a:rPr lang="en-US"/>
              <a:t>Click icon to add table</a:t>
            </a:r>
            <a:endParaRPr lang="en-US" dirty="0"/>
          </a:p>
        </p:txBody>
      </p:sp>
      <p:sp>
        <p:nvSpPr>
          <p:cNvPr id="15" name="Text Placeholder 3">
            <a:extLst>
              <a:ext uri="{FF2B5EF4-FFF2-40B4-BE49-F238E27FC236}">
                <a16:creationId xmlns:a16="http://schemas.microsoft.com/office/drawing/2014/main" id="{E5A54539-5A0E-AF43-BF16-C1D365082811}"/>
              </a:ext>
            </a:extLst>
          </p:cNvPr>
          <p:cNvSpPr>
            <a:spLocks noGrp="1"/>
          </p:cNvSpPr>
          <p:nvPr>
            <p:ph type="body" sz="quarter" idx="12" hasCustomPrompt="1"/>
          </p:nvPr>
        </p:nvSpPr>
        <p:spPr>
          <a:xfrm>
            <a:off x="759998" y="521611"/>
            <a:ext cx="6727082" cy="307777"/>
          </a:xfrm>
        </p:spPr>
        <p:txBody>
          <a:bodyPr wrap="square" lIns="0">
            <a:spAutoFit/>
          </a:bodyPr>
          <a:lstStyle>
            <a:lvl1pPr marL="0" indent="0" algn="l">
              <a:lnSpc>
                <a:spcPct val="100000"/>
              </a:lnSpc>
              <a:buNone/>
              <a:defRPr sz="1000" b="0">
                <a:solidFill>
                  <a:srgbClr val="FFFF00"/>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custom table below. If you’re not sure you’ll need this table, we recommend HIDING the slide temporarily instead of deleting it. If deleted, the custom table can be recovered from the master source file. </a:t>
            </a:r>
          </a:p>
        </p:txBody>
      </p:sp>
      <p:sp>
        <p:nvSpPr>
          <p:cNvPr id="17" name="Rectangle 16">
            <a:extLst>
              <a:ext uri="{FF2B5EF4-FFF2-40B4-BE49-F238E27FC236}">
                <a16:creationId xmlns:a16="http://schemas.microsoft.com/office/drawing/2014/main" id="{743F28BE-831B-9F45-9947-91A1DC32E532}"/>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600132D-F76F-2041-98B4-30EF02414C64}"/>
              </a:ext>
            </a:extLst>
          </p:cNvPr>
          <p:cNvSpPr/>
          <p:nvPr/>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6AA3831-6E5F-C34F-B67E-D20383150C7E}"/>
              </a:ext>
            </a:extLst>
          </p:cNvPr>
          <p:cNvSpPr/>
          <p:nvPr userDrawn="1"/>
        </p:nvSpPr>
        <p:spPr>
          <a:xfrm>
            <a:off x="759999" y="1771923"/>
            <a:ext cx="3657600" cy="24178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Logo">
            <a:extLst>
              <a:ext uri="{FF2B5EF4-FFF2-40B4-BE49-F238E27FC236}">
                <a16:creationId xmlns:a16="http://schemas.microsoft.com/office/drawing/2014/main" id="{C765D2F7-E601-B94C-AC9B-73DF064C72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21" name="Department name placeholder">
            <a:extLst>
              <a:ext uri="{FF2B5EF4-FFF2-40B4-BE49-F238E27FC236}">
                <a16:creationId xmlns:a16="http://schemas.microsoft.com/office/drawing/2014/main" id="{C2868638-565D-DF45-86BE-96A429F4DAB9}"/>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22" name="Slide Number Placeholder 5">
            <a:extLst>
              <a:ext uri="{FF2B5EF4-FFF2-40B4-BE49-F238E27FC236}">
                <a16:creationId xmlns:a16="http://schemas.microsoft.com/office/drawing/2014/main" id="{1F8D13AB-AD1D-2D40-AC95-8C305CF8D96B}"/>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23" name="Text Placeholder 39">
            <a:extLst>
              <a:ext uri="{FF2B5EF4-FFF2-40B4-BE49-F238E27FC236}">
                <a16:creationId xmlns:a16="http://schemas.microsoft.com/office/drawing/2014/main" id="{5D4407BD-90A3-A548-B64D-A4B7327F01BD}"/>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2716884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463040"/>
            <a:ext cx="7315200" cy="334259"/>
          </a:xfrm>
        </p:spPr>
        <p:txBody>
          <a:bodyPr wrap="square" anchor="b" anchorCtr="0">
            <a:spAutoFit/>
          </a:bodyPr>
          <a:lstStyle>
            <a:lvl1pPr>
              <a:defRPr sz="2400"/>
            </a:lvl1pPr>
          </a:lstStyle>
          <a:p>
            <a:r>
              <a:rPr lang="en-US" dirty="0"/>
              <a:t>Header w/chart</a:t>
            </a:r>
          </a:p>
        </p:txBody>
      </p:sp>
      <p:sp>
        <p:nvSpPr>
          <p:cNvPr id="6" name="Text Placeholder 3">
            <a:extLst>
              <a:ext uri="{FF2B5EF4-FFF2-40B4-BE49-F238E27FC236}">
                <a16:creationId xmlns:a16="http://schemas.microsoft.com/office/drawing/2014/main" id="{CA0894B0-3844-5F4F-9E2C-D2F524EAAF98}"/>
              </a:ext>
            </a:extLst>
          </p:cNvPr>
          <p:cNvSpPr>
            <a:spLocks noGrp="1"/>
          </p:cNvSpPr>
          <p:nvPr>
            <p:ph type="body" sz="quarter" idx="12" hasCustomPrompt="1"/>
          </p:nvPr>
        </p:nvSpPr>
        <p:spPr>
          <a:xfrm>
            <a:off x="759999" y="521611"/>
            <a:ext cx="6829521" cy="307777"/>
          </a:xfrm>
        </p:spPr>
        <p:txBody>
          <a:bodyPr wrap="square" lIns="0">
            <a:spAutoFit/>
          </a:bodyPr>
          <a:lstStyle>
            <a:lvl1pPr marL="0" indent="0" algn="l">
              <a:lnSpc>
                <a:spcPct val="100000"/>
              </a:lnSpc>
              <a:buNone/>
              <a:defRPr sz="1000" b="0">
                <a:solidFill>
                  <a:srgbClr val="FFFF00"/>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label data using the custom chart below. If you’re not sure you’ll need this chart, we recommend HIDING the slide temporarily instead of deleting it. If deleted, the custom chart can be recovered from the master source file. </a:t>
            </a:r>
          </a:p>
        </p:txBody>
      </p:sp>
      <p:sp>
        <p:nvSpPr>
          <p:cNvPr id="7" name="Chart Placeholder 3">
            <a:extLst>
              <a:ext uri="{FF2B5EF4-FFF2-40B4-BE49-F238E27FC236}">
                <a16:creationId xmlns:a16="http://schemas.microsoft.com/office/drawing/2014/main" id="{036322EB-1661-5849-9980-8B3543AA23E3}"/>
              </a:ext>
            </a:extLst>
          </p:cNvPr>
          <p:cNvSpPr>
            <a:spLocks noGrp="1"/>
          </p:cNvSpPr>
          <p:nvPr>
            <p:ph type="chart" sz="quarter" idx="14"/>
          </p:nvPr>
        </p:nvSpPr>
        <p:spPr>
          <a:xfrm>
            <a:off x="731520" y="1920240"/>
            <a:ext cx="7315200" cy="2194560"/>
          </a:xfrm>
        </p:spPr>
        <p:txBody>
          <a:bodyPr lIns="0" tIns="0" anchor="t" anchorCtr="0"/>
          <a:lstStyle>
            <a:lvl1pPr algn="ctr">
              <a:defRPr/>
            </a:lvl1pPr>
          </a:lstStyle>
          <a:p>
            <a:r>
              <a:rPr lang="en-US"/>
              <a:t>Click icon to add chart</a:t>
            </a:r>
            <a:endParaRPr lang="en-US" dirty="0"/>
          </a:p>
        </p:txBody>
      </p:sp>
      <p:pic>
        <p:nvPicPr>
          <p:cNvPr id="8" name="Logo">
            <a:extLst>
              <a:ext uri="{FF2B5EF4-FFF2-40B4-BE49-F238E27FC236}">
                <a16:creationId xmlns:a16="http://schemas.microsoft.com/office/drawing/2014/main" id="{62392081-5324-0143-B4AD-728AB4C71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9" name="Department name placeholder">
            <a:extLst>
              <a:ext uri="{FF2B5EF4-FFF2-40B4-BE49-F238E27FC236}">
                <a16:creationId xmlns:a16="http://schemas.microsoft.com/office/drawing/2014/main" id="{CF415C97-93C6-3E4E-A298-5DF157A4F714}"/>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10" name="Slide Number Placeholder 5">
            <a:extLst>
              <a:ext uri="{FF2B5EF4-FFF2-40B4-BE49-F238E27FC236}">
                <a16:creationId xmlns:a16="http://schemas.microsoft.com/office/drawing/2014/main" id="{5EC15C0B-E7DC-D140-B556-0D7884825EF9}"/>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11" name="Text Placeholder 39">
            <a:extLst>
              <a:ext uri="{FF2B5EF4-FFF2-40B4-BE49-F238E27FC236}">
                <a16:creationId xmlns:a16="http://schemas.microsoft.com/office/drawing/2014/main" id="{CFF1EC18-960D-4744-8DF0-91EF06BB2726}"/>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3586825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er w/on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5793EB0-AC31-9B43-89A5-2CA5C7AA3207}"/>
              </a:ext>
            </a:extLst>
          </p:cNvPr>
          <p:cNvSpPr>
            <a:spLocks noGrp="1"/>
          </p:cNvSpPr>
          <p:nvPr>
            <p:ph type="pic" sz="quarter" idx="12"/>
          </p:nvPr>
        </p:nvSpPr>
        <p:spPr>
          <a:xfrm>
            <a:off x="4572000" y="0"/>
            <a:ext cx="4572000" cy="5148072"/>
          </a:xfrm>
          <a:solidFill>
            <a:srgbClr val="D2DDE9"/>
          </a:solidFill>
          <a:ln>
            <a:noFill/>
          </a:ln>
        </p:spPr>
        <p:txBody>
          <a:bodyPr wrap="none" anchor="t" anchorCtr="1"/>
          <a:lstStyle>
            <a:lvl1pPr marL="0" indent="0" algn="ctr">
              <a:buNone/>
              <a:defRPr>
                <a:solidFill>
                  <a:srgbClr val="898989"/>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0C5033AD-6FA7-7743-93B8-5E99DF3F1E0B}"/>
              </a:ext>
            </a:extLst>
          </p:cNvPr>
          <p:cNvSpPr>
            <a:spLocks noGrp="1"/>
          </p:cNvSpPr>
          <p:nvPr>
            <p:ph type="title" hasCustomPrompt="1"/>
          </p:nvPr>
        </p:nvSpPr>
        <p:spPr>
          <a:xfrm>
            <a:off x="731520" y="1134711"/>
            <a:ext cx="3200400" cy="666657"/>
          </a:xfrm>
        </p:spPr>
        <p:txBody>
          <a:bodyPr wrap="square" anchor="b" anchorCtr="0">
            <a:spAutoFit/>
          </a:bodyPr>
          <a:lstStyle>
            <a:lvl1pPr>
              <a:defRPr sz="2400"/>
            </a:lvl1pPr>
          </a:lstStyle>
          <a:p>
            <a:r>
              <a:rPr lang="en-US" dirty="0"/>
              <a:t>Header w/one image goes here</a:t>
            </a:r>
          </a:p>
        </p:txBody>
      </p:sp>
      <p:sp>
        <p:nvSpPr>
          <p:cNvPr id="4" name="Text Placeholder 3">
            <a:extLst>
              <a:ext uri="{FF2B5EF4-FFF2-40B4-BE49-F238E27FC236}">
                <a16:creationId xmlns:a16="http://schemas.microsoft.com/office/drawing/2014/main" id="{D9C68967-12D0-6948-BEC8-ADEC003C53B5}"/>
              </a:ext>
            </a:extLst>
          </p:cNvPr>
          <p:cNvSpPr>
            <a:spLocks noGrp="1"/>
          </p:cNvSpPr>
          <p:nvPr>
            <p:ph type="body" sz="quarter" idx="13" hasCustomPrompt="1"/>
          </p:nvPr>
        </p:nvSpPr>
        <p:spPr>
          <a:xfrm>
            <a:off x="731520" y="1920875"/>
            <a:ext cx="3200400" cy="1330814"/>
          </a:xfrm>
        </p:spPr>
        <p:txBody>
          <a:bodyPr lIns="457200">
            <a:spAutoFit/>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a:t>
            </a:r>
          </a:p>
        </p:txBody>
      </p:sp>
      <p:pic>
        <p:nvPicPr>
          <p:cNvPr id="6" name="Logo">
            <a:extLst>
              <a:ext uri="{FF2B5EF4-FFF2-40B4-BE49-F238E27FC236}">
                <a16:creationId xmlns:a16="http://schemas.microsoft.com/office/drawing/2014/main" id="{69DA52EB-0B7F-A946-8832-982CA2F805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8" name="Slide Number Placeholder 5">
            <a:extLst>
              <a:ext uri="{FF2B5EF4-FFF2-40B4-BE49-F238E27FC236}">
                <a16:creationId xmlns:a16="http://schemas.microsoft.com/office/drawing/2014/main" id="{7A035F90-CC8E-D44A-BA89-298A52D91FBB}"/>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898989"/>
                </a:solidFill>
              </a:defRPr>
            </a:lvl1pPr>
          </a:lstStyle>
          <a:p>
            <a:fld id="{8368066F-241F-DA46-A244-6F6C08E1BFA8}" type="slidenum">
              <a:rPr lang="en-US" smtClean="0"/>
              <a:pPr/>
              <a:t>‹#›</a:t>
            </a:fld>
            <a:endParaRPr lang="en-US" dirty="0"/>
          </a:p>
        </p:txBody>
      </p:sp>
      <p:sp>
        <p:nvSpPr>
          <p:cNvPr id="10" name="Text Placeholder 39">
            <a:extLst>
              <a:ext uri="{FF2B5EF4-FFF2-40B4-BE49-F238E27FC236}">
                <a16:creationId xmlns:a16="http://schemas.microsoft.com/office/drawing/2014/main" id="{5986C90C-47DF-4442-9E3D-A678FCD457F9}"/>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392378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 y="1134711"/>
            <a:ext cx="3200400" cy="666657"/>
          </a:xfrm>
        </p:spPr>
        <p:txBody>
          <a:bodyPr wrap="square" anchor="b" anchorCtr="0">
            <a:spAutoFit/>
          </a:bodyPr>
          <a:lstStyle>
            <a:lvl1pPr>
              <a:defRPr sz="2400"/>
            </a:lvl1pPr>
          </a:lstStyle>
          <a:p>
            <a:r>
              <a:rPr lang="en-US" dirty="0"/>
              <a:t>Header w/two images goes here</a:t>
            </a:r>
          </a:p>
        </p:txBody>
      </p:sp>
      <p:sp>
        <p:nvSpPr>
          <p:cNvPr id="12" name="Date Placeholder 11">
            <a:extLst>
              <a:ext uri="{FF2B5EF4-FFF2-40B4-BE49-F238E27FC236}">
                <a16:creationId xmlns:a16="http://schemas.microsoft.com/office/drawing/2014/main" id="{A6B72BFA-E13B-4D4C-8F2C-2EDF1AD7E183}"/>
              </a:ext>
            </a:extLst>
          </p:cNvPr>
          <p:cNvSpPr>
            <a:spLocks noGrp="1"/>
          </p:cNvSpPr>
          <p:nvPr>
            <p:ph type="dt" sz="half" idx="10"/>
          </p:nvPr>
        </p:nvSpPr>
        <p:spPr>
          <a:xfrm>
            <a:off x="6011601" y="4773251"/>
            <a:ext cx="2011680" cy="123111"/>
          </a:xfrm>
          <a:prstGeom prst="rect">
            <a:avLst/>
          </a:prstGeom>
        </p:spPr>
        <p:txBody>
          <a:bodyPr/>
          <a:lstStyle/>
          <a:p>
            <a:fld id="{2D2DDB9B-04EE-4340-B40A-07409DEC5E74}" type="datetime4">
              <a:rPr lang="en-US" smtClean="0"/>
              <a:t>August 9, 2024</a:t>
            </a:fld>
            <a:endParaRPr lang="en-US"/>
          </a:p>
        </p:txBody>
      </p:sp>
      <p:sp>
        <p:nvSpPr>
          <p:cNvPr id="7" name="Picture Placeholder 6">
            <a:extLst>
              <a:ext uri="{FF2B5EF4-FFF2-40B4-BE49-F238E27FC236}">
                <a16:creationId xmlns:a16="http://schemas.microsoft.com/office/drawing/2014/main" id="{25793EB0-AC31-9B43-89A5-2CA5C7AA3207}"/>
              </a:ext>
            </a:extLst>
          </p:cNvPr>
          <p:cNvSpPr>
            <a:spLocks noGrp="1"/>
          </p:cNvSpPr>
          <p:nvPr>
            <p:ph type="pic" sz="quarter" idx="12"/>
          </p:nvPr>
        </p:nvSpPr>
        <p:spPr>
          <a:xfrm>
            <a:off x="4572000" y="0"/>
            <a:ext cx="4572000" cy="2578608"/>
          </a:xfrm>
          <a:solidFill>
            <a:srgbClr val="D2DDE9"/>
          </a:solidFill>
          <a:ln>
            <a:noFill/>
          </a:ln>
        </p:spPr>
        <p:txBody>
          <a:bodyPr wrap="none" anchor="t" anchorCtr="1"/>
          <a:lstStyle>
            <a:lvl1pPr marL="0" indent="0" algn="ctr">
              <a:buNone/>
              <a:defRPr>
                <a:solidFill>
                  <a:srgbClr val="898989"/>
                </a:solidFill>
              </a:defRPr>
            </a:lvl1pPr>
          </a:lstStyle>
          <a:p>
            <a:r>
              <a:rPr lang="en-US"/>
              <a:t>Click icon to add picture</a:t>
            </a:r>
          </a:p>
        </p:txBody>
      </p:sp>
      <p:sp>
        <p:nvSpPr>
          <p:cNvPr id="8" name="Picture Placeholder 6">
            <a:extLst>
              <a:ext uri="{FF2B5EF4-FFF2-40B4-BE49-F238E27FC236}">
                <a16:creationId xmlns:a16="http://schemas.microsoft.com/office/drawing/2014/main" id="{7CF5FAE1-A06E-B748-909A-FFE076FEF7D2}"/>
              </a:ext>
            </a:extLst>
          </p:cNvPr>
          <p:cNvSpPr>
            <a:spLocks noGrp="1"/>
          </p:cNvSpPr>
          <p:nvPr>
            <p:ph type="pic" sz="quarter" idx="13"/>
          </p:nvPr>
        </p:nvSpPr>
        <p:spPr>
          <a:xfrm>
            <a:off x="4572000" y="2569655"/>
            <a:ext cx="4572000" cy="2578608"/>
          </a:xfrm>
          <a:solidFill>
            <a:srgbClr val="D2DDE9"/>
          </a:solidFill>
          <a:ln>
            <a:noFill/>
          </a:ln>
        </p:spPr>
        <p:txBody>
          <a:bodyPr wrap="none" anchor="t" anchorCtr="1"/>
          <a:lstStyle>
            <a:lvl1pPr marL="0" indent="0" algn="ctr">
              <a:buNone/>
              <a:defRPr>
                <a:solidFill>
                  <a:srgbClr val="898989"/>
                </a:solidFill>
              </a:defRPr>
            </a:lvl1pPr>
          </a:lstStyle>
          <a:p>
            <a:r>
              <a:rPr lang="en-US"/>
              <a:t>Click icon to add picture</a:t>
            </a:r>
          </a:p>
        </p:txBody>
      </p:sp>
      <p:sp>
        <p:nvSpPr>
          <p:cNvPr id="9" name="Text Placeholder 3">
            <a:extLst>
              <a:ext uri="{FF2B5EF4-FFF2-40B4-BE49-F238E27FC236}">
                <a16:creationId xmlns:a16="http://schemas.microsoft.com/office/drawing/2014/main" id="{482BFA90-09AD-6F41-B5FD-054CA843D0F2}"/>
              </a:ext>
            </a:extLst>
          </p:cNvPr>
          <p:cNvSpPr>
            <a:spLocks noGrp="1"/>
          </p:cNvSpPr>
          <p:nvPr>
            <p:ph type="body" sz="quarter" idx="14" hasCustomPrompt="1"/>
          </p:nvPr>
        </p:nvSpPr>
        <p:spPr>
          <a:xfrm>
            <a:off x="731520" y="1920875"/>
            <a:ext cx="3200400" cy="1330814"/>
          </a:xfrm>
        </p:spPr>
        <p:txBody>
          <a:bodyPr lIns="457200">
            <a:spAutoFit/>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a:t>
            </a:r>
          </a:p>
        </p:txBody>
      </p:sp>
      <p:pic>
        <p:nvPicPr>
          <p:cNvPr id="10" name="Logo">
            <a:extLst>
              <a:ext uri="{FF2B5EF4-FFF2-40B4-BE49-F238E27FC236}">
                <a16:creationId xmlns:a16="http://schemas.microsoft.com/office/drawing/2014/main" id="{DDE15D1E-78B9-2648-AE86-D875F2652C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11" name="Slide Number Placeholder 5">
            <a:extLst>
              <a:ext uri="{FF2B5EF4-FFF2-40B4-BE49-F238E27FC236}">
                <a16:creationId xmlns:a16="http://schemas.microsoft.com/office/drawing/2014/main" id="{C4DD7BD6-BD6C-CC44-8ABC-7F1A14693794}"/>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898989"/>
                </a:solidFill>
              </a:defRPr>
            </a:lvl1pPr>
          </a:lstStyle>
          <a:p>
            <a:fld id="{8368066F-241F-DA46-A244-6F6C08E1BFA8}" type="slidenum">
              <a:rPr lang="en-US" smtClean="0"/>
              <a:pPr/>
              <a:t>‹#›</a:t>
            </a:fld>
            <a:endParaRPr lang="en-US" dirty="0"/>
          </a:p>
        </p:txBody>
      </p:sp>
      <p:sp>
        <p:nvSpPr>
          <p:cNvPr id="14" name="Text Placeholder 39">
            <a:extLst>
              <a:ext uri="{FF2B5EF4-FFF2-40B4-BE49-F238E27FC236}">
                <a16:creationId xmlns:a16="http://schemas.microsoft.com/office/drawing/2014/main" id="{AC9DA8BA-B807-D349-9D82-C633BCAFC97D}"/>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1706573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 w/four images">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A6B72BFA-E13B-4D4C-8F2C-2EDF1AD7E183}"/>
              </a:ext>
            </a:extLst>
          </p:cNvPr>
          <p:cNvSpPr>
            <a:spLocks noGrp="1"/>
          </p:cNvSpPr>
          <p:nvPr>
            <p:ph type="dt" sz="half" idx="10"/>
          </p:nvPr>
        </p:nvSpPr>
        <p:spPr>
          <a:xfrm>
            <a:off x="6011601" y="4773251"/>
            <a:ext cx="2011680" cy="123111"/>
          </a:xfrm>
          <a:prstGeom prst="rect">
            <a:avLst/>
          </a:prstGeom>
        </p:spPr>
        <p:txBody>
          <a:bodyPr/>
          <a:lstStyle/>
          <a:p>
            <a:fld id="{A13FA39C-CF0E-E44D-BC46-DC29BC679DDB}" type="datetime4">
              <a:rPr lang="en-US" smtClean="0"/>
              <a:t>August 9, 2024</a:t>
            </a:fld>
            <a:endParaRPr lang="en-US"/>
          </a:p>
        </p:txBody>
      </p:sp>
      <p:sp>
        <p:nvSpPr>
          <p:cNvPr id="7" name="Picture Placeholder 6">
            <a:extLst>
              <a:ext uri="{FF2B5EF4-FFF2-40B4-BE49-F238E27FC236}">
                <a16:creationId xmlns:a16="http://schemas.microsoft.com/office/drawing/2014/main" id="{25793EB0-AC31-9B43-89A5-2CA5C7AA3207}"/>
              </a:ext>
            </a:extLst>
          </p:cNvPr>
          <p:cNvSpPr>
            <a:spLocks noGrp="1"/>
          </p:cNvSpPr>
          <p:nvPr>
            <p:ph type="pic" sz="quarter" idx="12"/>
          </p:nvPr>
        </p:nvSpPr>
        <p:spPr>
          <a:xfrm>
            <a:off x="4572000" y="0"/>
            <a:ext cx="2286000" cy="2578608"/>
          </a:xfrm>
          <a:solidFill>
            <a:srgbClr val="D2DDE9"/>
          </a:solidFill>
          <a:ln>
            <a:noFill/>
          </a:ln>
        </p:spPr>
        <p:txBody>
          <a:bodyPr wrap="none" lIns="0" anchor="t" anchorCtr="1"/>
          <a:lstStyle>
            <a:lvl1pPr marL="0" indent="0" algn="ctr">
              <a:buNone/>
              <a:defRPr>
                <a:solidFill>
                  <a:srgbClr val="898989"/>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7CF5FAE1-A06E-B748-909A-FFE076FEF7D2}"/>
              </a:ext>
            </a:extLst>
          </p:cNvPr>
          <p:cNvSpPr>
            <a:spLocks noGrp="1"/>
          </p:cNvSpPr>
          <p:nvPr>
            <p:ph type="pic" sz="quarter" idx="13"/>
          </p:nvPr>
        </p:nvSpPr>
        <p:spPr>
          <a:xfrm>
            <a:off x="4572000" y="2569655"/>
            <a:ext cx="2286000" cy="2578608"/>
          </a:xfrm>
          <a:solidFill>
            <a:srgbClr val="D2DDE9"/>
          </a:solidFill>
          <a:ln>
            <a:noFill/>
          </a:ln>
        </p:spPr>
        <p:txBody>
          <a:bodyPr wrap="none" lIns="0" anchor="t" anchorCtr="1"/>
          <a:lstStyle>
            <a:lvl1pPr marL="0" indent="0" algn="ctr">
              <a:buNone/>
              <a:defRPr>
                <a:solidFill>
                  <a:srgbClr val="898989"/>
                </a:solidFill>
              </a:defRPr>
            </a:lvl1pPr>
          </a:lstStyle>
          <a:p>
            <a:r>
              <a:rPr lang="en-US"/>
              <a:t>Click icon to add picture</a:t>
            </a:r>
            <a:endParaRPr lang="en-US" dirty="0"/>
          </a:p>
        </p:txBody>
      </p:sp>
      <p:sp>
        <p:nvSpPr>
          <p:cNvPr id="9" name="Picture Placeholder 6">
            <a:extLst>
              <a:ext uri="{FF2B5EF4-FFF2-40B4-BE49-F238E27FC236}">
                <a16:creationId xmlns:a16="http://schemas.microsoft.com/office/drawing/2014/main" id="{31C7C305-4BBB-6942-B2B6-9AA624351F13}"/>
              </a:ext>
            </a:extLst>
          </p:cNvPr>
          <p:cNvSpPr>
            <a:spLocks noGrp="1"/>
          </p:cNvSpPr>
          <p:nvPr>
            <p:ph type="pic" sz="quarter" idx="14"/>
          </p:nvPr>
        </p:nvSpPr>
        <p:spPr>
          <a:xfrm>
            <a:off x="6858000" y="0"/>
            <a:ext cx="2286000" cy="2578608"/>
          </a:xfrm>
          <a:solidFill>
            <a:srgbClr val="D2DDE9"/>
          </a:solidFill>
          <a:ln>
            <a:noFill/>
          </a:ln>
        </p:spPr>
        <p:txBody>
          <a:bodyPr wrap="none" lIns="0" anchor="t" anchorCtr="1"/>
          <a:lstStyle>
            <a:lvl1pPr marL="0" indent="0" algn="ctr">
              <a:buNone/>
              <a:defRPr>
                <a:solidFill>
                  <a:srgbClr val="898989"/>
                </a:solidFill>
              </a:defRPr>
            </a:lvl1pPr>
          </a:lstStyle>
          <a:p>
            <a:r>
              <a:rPr lang="en-US"/>
              <a:t>Click icon to add picture</a:t>
            </a:r>
            <a:endParaRPr lang="en-US" dirty="0"/>
          </a:p>
        </p:txBody>
      </p:sp>
      <p:sp>
        <p:nvSpPr>
          <p:cNvPr id="10" name="Picture Placeholder 6">
            <a:extLst>
              <a:ext uri="{FF2B5EF4-FFF2-40B4-BE49-F238E27FC236}">
                <a16:creationId xmlns:a16="http://schemas.microsoft.com/office/drawing/2014/main" id="{C1F47180-3946-234C-B463-253FFA16F973}"/>
              </a:ext>
            </a:extLst>
          </p:cNvPr>
          <p:cNvSpPr>
            <a:spLocks noGrp="1"/>
          </p:cNvSpPr>
          <p:nvPr>
            <p:ph type="pic" sz="quarter" idx="15"/>
          </p:nvPr>
        </p:nvSpPr>
        <p:spPr>
          <a:xfrm>
            <a:off x="6858000" y="2569655"/>
            <a:ext cx="2286000" cy="2578608"/>
          </a:xfrm>
          <a:solidFill>
            <a:srgbClr val="D2DDE9"/>
          </a:solidFill>
          <a:ln>
            <a:noFill/>
          </a:ln>
        </p:spPr>
        <p:txBody>
          <a:bodyPr wrap="none" lIns="0" anchor="t" anchorCtr="1"/>
          <a:lstStyle>
            <a:lvl1pPr marL="0" indent="0" algn="ctr">
              <a:buNone/>
              <a:defRPr>
                <a:solidFill>
                  <a:srgbClr val="898989"/>
                </a:solidFill>
              </a:defRPr>
            </a:lvl1pPr>
          </a:lstStyle>
          <a:p>
            <a:r>
              <a:rPr lang="en-US"/>
              <a:t>Click icon to add picture</a:t>
            </a:r>
            <a:endParaRPr lang="en-US" dirty="0"/>
          </a:p>
        </p:txBody>
      </p:sp>
      <p:sp>
        <p:nvSpPr>
          <p:cNvPr id="14" name="Title 1">
            <a:extLst>
              <a:ext uri="{FF2B5EF4-FFF2-40B4-BE49-F238E27FC236}">
                <a16:creationId xmlns:a16="http://schemas.microsoft.com/office/drawing/2014/main" id="{1C2AC2C3-2558-8E41-980D-6B256CBEF2D8}"/>
              </a:ext>
            </a:extLst>
          </p:cNvPr>
          <p:cNvSpPr>
            <a:spLocks noGrp="1"/>
          </p:cNvSpPr>
          <p:nvPr>
            <p:ph type="title" hasCustomPrompt="1"/>
          </p:nvPr>
        </p:nvSpPr>
        <p:spPr>
          <a:xfrm>
            <a:off x="731520" y="1134711"/>
            <a:ext cx="3200400" cy="666657"/>
          </a:xfrm>
        </p:spPr>
        <p:txBody>
          <a:bodyPr wrap="square" anchor="b" anchorCtr="0">
            <a:spAutoFit/>
          </a:bodyPr>
          <a:lstStyle>
            <a:lvl1pPr>
              <a:defRPr sz="2400"/>
            </a:lvl1pPr>
          </a:lstStyle>
          <a:p>
            <a:r>
              <a:rPr lang="en-US" dirty="0"/>
              <a:t>Header w/four images goes here</a:t>
            </a:r>
          </a:p>
        </p:txBody>
      </p:sp>
      <p:sp>
        <p:nvSpPr>
          <p:cNvPr id="16" name="Text Placeholder 3">
            <a:extLst>
              <a:ext uri="{FF2B5EF4-FFF2-40B4-BE49-F238E27FC236}">
                <a16:creationId xmlns:a16="http://schemas.microsoft.com/office/drawing/2014/main" id="{3066FADF-91C1-FE46-8E36-3D6F448D0EA2}"/>
              </a:ext>
            </a:extLst>
          </p:cNvPr>
          <p:cNvSpPr>
            <a:spLocks noGrp="1"/>
          </p:cNvSpPr>
          <p:nvPr>
            <p:ph type="body" sz="quarter" idx="16" hasCustomPrompt="1"/>
          </p:nvPr>
        </p:nvSpPr>
        <p:spPr>
          <a:xfrm>
            <a:off x="731520" y="1920875"/>
            <a:ext cx="3200400" cy="1330814"/>
          </a:xfrm>
        </p:spPr>
        <p:txBody>
          <a:bodyPr lIns="457200">
            <a:spAutoFit/>
          </a:bodyPr>
          <a:lstStyle>
            <a:lvl1pPr>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a:t>
            </a:r>
          </a:p>
        </p:txBody>
      </p:sp>
      <p:pic>
        <p:nvPicPr>
          <p:cNvPr id="11" name="Logo">
            <a:extLst>
              <a:ext uri="{FF2B5EF4-FFF2-40B4-BE49-F238E27FC236}">
                <a16:creationId xmlns:a16="http://schemas.microsoft.com/office/drawing/2014/main" id="{3904BA74-2D04-524A-8DEC-72E9C62E74A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15" name="Slide Number Placeholder 5">
            <a:extLst>
              <a:ext uri="{FF2B5EF4-FFF2-40B4-BE49-F238E27FC236}">
                <a16:creationId xmlns:a16="http://schemas.microsoft.com/office/drawing/2014/main" id="{92594530-7B39-1B4B-94E4-3501FA7DFCB5}"/>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898989"/>
                </a:solidFill>
              </a:defRPr>
            </a:lvl1pPr>
          </a:lstStyle>
          <a:p>
            <a:fld id="{8368066F-241F-DA46-A244-6F6C08E1BFA8}" type="slidenum">
              <a:rPr lang="en-US" smtClean="0"/>
              <a:pPr/>
              <a:t>‹#›</a:t>
            </a:fld>
            <a:endParaRPr lang="en-US" dirty="0"/>
          </a:p>
        </p:txBody>
      </p:sp>
      <p:sp>
        <p:nvSpPr>
          <p:cNvPr id="17" name="Text Placeholder 39">
            <a:extLst>
              <a:ext uri="{FF2B5EF4-FFF2-40B4-BE49-F238E27FC236}">
                <a16:creationId xmlns:a16="http://schemas.microsoft.com/office/drawing/2014/main" id="{E5EB1623-0DA2-A44C-B2AF-1B497AFBC13B}"/>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557603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Video, full screen">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A6B72BFA-E13B-4D4C-8F2C-2EDF1AD7E183}"/>
              </a:ext>
            </a:extLst>
          </p:cNvPr>
          <p:cNvSpPr>
            <a:spLocks noGrp="1"/>
          </p:cNvSpPr>
          <p:nvPr>
            <p:ph type="dt" sz="half" idx="10"/>
          </p:nvPr>
        </p:nvSpPr>
        <p:spPr>
          <a:xfrm>
            <a:off x="6011601" y="4773251"/>
            <a:ext cx="2011680" cy="123111"/>
          </a:xfrm>
          <a:prstGeom prst="rect">
            <a:avLst/>
          </a:prstGeom>
        </p:spPr>
        <p:txBody>
          <a:bodyPr/>
          <a:lstStyle/>
          <a:p>
            <a:fld id="{23BAD7FA-6B1C-1B4B-9CBA-357FBBCDBD51}" type="datetime4">
              <a:rPr lang="en-US" smtClean="0"/>
              <a:t>August 9, 2024</a:t>
            </a:fld>
            <a:endParaRPr lang="en-US"/>
          </a:p>
        </p:txBody>
      </p:sp>
      <p:sp>
        <p:nvSpPr>
          <p:cNvPr id="5" name="Media Placeholder 4">
            <a:extLst>
              <a:ext uri="{FF2B5EF4-FFF2-40B4-BE49-F238E27FC236}">
                <a16:creationId xmlns:a16="http://schemas.microsoft.com/office/drawing/2014/main" id="{4D4587A5-0103-8944-8C69-9CB5A6AA09C8}"/>
              </a:ext>
            </a:extLst>
          </p:cNvPr>
          <p:cNvSpPr>
            <a:spLocks noGrp="1"/>
          </p:cNvSpPr>
          <p:nvPr>
            <p:ph type="media" sz="quarter" idx="12"/>
          </p:nvPr>
        </p:nvSpPr>
        <p:spPr>
          <a:xfrm>
            <a:off x="0" y="0"/>
            <a:ext cx="9144000" cy="5148263"/>
          </a:xfrm>
          <a:solidFill>
            <a:srgbClr val="D2DDE9"/>
          </a:solidFill>
        </p:spPr>
        <p:txBody>
          <a:bodyPr anchor="t" anchorCtr="1"/>
          <a:lstStyle>
            <a:lvl1pPr marL="0" indent="0">
              <a:buNone/>
              <a:defRPr>
                <a:solidFill>
                  <a:srgbClr val="898989"/>
                </a:solidFill>
              </a:defRPr>
            </a:lvl1pPr>
          </a:lstStyle>
          <a:p>
            <a:r>
              <a:rPr lang="en-US"/>
              <a:t>Click icon to add media</a:t>
            </a:r>
            <a:endParaRPr lang="en-US" dirty="0"/>
          </a:p>
        </p:txBody>
      </p:sp>
      <p:sp>
        <p:nvSpPr>
          <p:cNvPr id="6" name="Slide Number Placeholder 5">
            <a:extLst>
              <a:ext uri="{FF2B5EF4-FFF2-40B4-BE49-F238E27FC236}">
                <a16:creationId xmlns:a16="http://schemas.microsoft.com/office/drawing/2014/main" id="{18EEBAE1-4DB4-F24B-A2B9-5E7138C67D71}"/>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898989"/>
                </a:solidFill>
              </a:defRPr>
            </a:lvl1pPr>
          </a:lstStyle>
          <a:p>
            <a:fld id="{8368066F-241F-DA46-A244-6F6C08E1BFA8}" type="slidenum">
              <a:rPr lang="en-US" smtClean="0"/>
              <a:pPr/>
              <a:t>‹#›</a:t>
            </a:fld>
            <a:endParaRPr lang="en-US" dirty="0"/>
          </a:p>
        </p:txBody>
      </p:sp>
    </p:spTree>
    <p:extLst>
      <p:ext uri="{BB962C8B-B14F-4D97-AF65-F5344CB8AC3E}">
        <p14:creationId xmlns:p14="http://schemas.microsoft.com/office/powerpoint/2010/main" val="2341988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828800" y="1828800"/>
            <a:ext cx="5486400" cy="1463040"/>
          </a:xfrm>
        </p:spPr>
        <p:txBody>
          <a:bodyPr wrap="square" bIns="0" anchor="ctr" anchorCtr="1">
            <a:spAutoFit/>
          </a:bodyPr>
          <a:lstStyle>
            <a:lvl1pPr algn="ctr">
              <a:defRPr sz="3200" b="0" i="0">
                <a:solidFill>
                  <a:schemeClr val="bg1"/>
                </a:solidFill>
              </a:defRPr>
            </a:lvl1pPr>
          </a:lstStyle>
          <a:p>
            <a:pPr>
              <a:lnSpc>
                <a:spcPct val="100000"/>
              </a:lnSpc>
              <a:spcBef>
                <a:spcPts val="0"/>
              </a:spcBef>
            </a:pPr>
            <a:r>
              <a:rPr lang="en-US" sz="3200" dirty="0">
                <a:solidFill>
                  <a:schemeClr val="bg1"/>
                </a:solidFill>
                <a:latin typeface="Helvetica" pitchFamily="2" charset="0"/>
              </a:rPr>
              <a:t>Lorem ipsum dolor sit </a:t>
            </a:r>
            <a:r>
              <a:rPr lang="en-US" sz="3200" dirty="0" err="1">
                <a:solidFill>
                  <a:schemeClr val="bg1"/>
                </a:solidFill>
                <a:latin typeface="Helvetica" pitchFamily="2" charset="0"/>
              </a:rPr>
              <a:t>amet</a:t>
            </a:r>
            <a:r>
              <a:rPr lang="en-US" sz="3200" dirty="0">
                <a:solidFill>
                  <a:schemeClr val="bg1"/>
                </a:solidFill>
                <a:latin typeface="Helvetica" pitchFamily="2" charset="0"/>
              </a:rPr>
              <a:t> ex </a:t>
            </a:r>
            <a:r>
              <a:rPr lang="en-US" sz="3200" dirty="0" err="1">
                <a:solidFill>
                  <a:schemeClr val="bg1"/>
                </a:solidFill>
                <a:latin typeface="Helvetica" pitchFamily="2" charset="0"/>
              </a:rPr>
              <a:t>eum</a:t>
            </a:r>
            <a:r>
              <a:rPr lang="en-US" sz="3200" dirty="0">
                <a:solidFill>
                  <a:schemeClr val="bg1"/>
                </a:solidFill>
                <a:latin typeface="Helvetica" pitchFamily="2" charset="0"/>
              </a:rPr>
              <a:t> </a:t>
            </a:r>
            <a:r>
              <a:rPr lang="en-US" sz="3200" dirty="0" err="1">
                <a:solidFill>
                  <a:schemeClr val="bg1"/>
                </a:solidFill>
                <a:latin typeface="Helvetica" pitchFamily="2" charset="0"/>
              </a:rPr>
              <a:t>reque</a:t>
            </a:r>
            <a:r>
              <a:rPr lang="en-US" sz="3200" dirty="0">
                <a:solidFill>
                  <a:schemeClr val="bg1"/>
                </a:solidFill>
                <a:latin typeface="Helvetica" pitchFamily="2" charset="0"/>
              </a:rPr>
              <a:t> </a:t>
            </a:r>
            <a:r>
              <a:rPr lang="en-US" sz="3200" dirty="0" err="1">
                <a:solidFill>
                  <a:schemeClr val="bg1"/>
                </a:solidFill>
                <a:latin typeface="Helvetica" pitchFamily="2" charset="0"/>
              </a:rPr>
              <a:t>graece</a:t>
            </a:r>
            <a:r>
              <a:rPr lang="en-US" sz="3200" dirty="0">
                <a:solidFill>
                  <a:schemeClr val="bg1"/>
                </a:solidFill>
                <a:latin typeface="Helvetica" pitchFamily="2" charset="0"/>
              </a:rPr>
              <a:t> </a:t>
            </a:r>
            <a:r>
              <a:rPr lang="en-US" sz="3200" dirty="0" err="1">
                <a:solidFill>
                  <a:schemeClr val="bg1"/>
                </a:solidFill>
                <a:latin typeface="Helvetica" pitchFamily="2" charset="0"/>
              </a:rPr>
              <a:t>nam</a:t>
            </a:r>
            <a:r>
              <a:rPr lang="en-US" sz="3200" dirty="0">
                <a:solidFill>
                  <a:schemeClr val="bg1"/>
                </a:solidFill>
                <a:latin typeface="Helvetica" pitchFamily="2" charset="0"/>
              </a:rPr>
              <a:t> </a:t>
            </a:r>
            <a:r>
              <a:rPr lang="en-US" sz="3200" dirty="0" err="1">
                <a:solidFill>
                  <a:schemeClr val="bg1"/>
                </a:solidFill>
                <a:latin typeface="Helvetica" pitchFamily="2" charset="0"/>
              </a:rPr>
              <a:t>harum</a:t>
            </a:r>
            <a:r>
              <a:rPr lang="en-US" sz="3200" dirty="0">
                <a:solidFill>
                  <a:schemeClr val="bg1"/>
                </a:solidFill>
                <a:latin typeface="Helvetica" pitchFamily="2" charset="0"/>
              </a:rPr>
              <a:t> </a:t>
            </a:r>
            <a:r>
              <a:rPr lang="en-US" sz="3200" dirty="0" err="1">
                <a:solidFill>
                  <a:schemeClr val="bg1"/>
                </a:solidFill>
                <a:latin typeface="Helvetica" pitchFamily="2" charset="0"/>
              </a:rPr>
              <a:t>vonsequat</a:t>
            </a:r>
            <a:endParaRPr lang="en-US" sz="3200" dirty="0">
              <a:solidFill>
                <a:schemeClr val="bg1"/>
              </a:solidFill>
              <a:latin typeface="Helvetica" pitchFamily="2" charset="0"/>
            </a:endParaRPr>
          </a:p>
        </p:txBody>
      </p:sp>
      <p:pic>
        <p:nvPicPr>
          <p:cNvPr id="5" name="Logo">
            <a:extLst>
              <a:ext uri="{FF2B5EF4-FFF2-40B4-BE49-F238E27FC236}">
                <a16:creationId xmlns:a16="http://schemas.microsoft.com/office/drawing/2014/main" id="{0604D2C3-39E0-4548-9607-93EF27519C2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6" name="Department name placeholder">
            <a:extLst>
              <a:ext uri="{FF2B5EF4-FFF2-40B4-BE49-F238E27FC236}">
                <a16:creationId xmlns:a16="http://schemas.microsoft.com/office/drawing/2014/main" id="{5D369064-CD95-BD43-8AAE-AE5601B4A20E}"/>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7" name="Slide Number Placeholder 5">
            <a:extLst>
              <a:ext uri="{FF2B5EF4-FFF2-40B4-BE49-F238E27FC236}">
                <a16:creationId xmlns:a16="http://schemas.microsoft.com/office/drawing/2014/main" id="{B3D86365-7541-B146-86AF-23ABB9E75E9C}"/>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8" name="Text Placeholder 39">
            <a:extLst>
              <a:ext uri="{FF2B5EF4-FFF2-40B4-BE49-F238E27FC236}">
                <a16:creationId xmlns:a16="http://schemas.microsoft.com/office/drawing/2014/main" id="{3DE816D4-4B90-FE49-8481-7DD645091402}"/>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1508776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1520" y="2286000"/>
            <a:ext cx="7680960" cy="457200"/>
          </a:xfrm>
        </p:spPr>
        <p:txBody>
          <a:bodyPr bIns="0" anchor="t" anchorCtr="0">
            <a:spAutoFit/>
          </a:bodyPr>
          <a:lstStyle>
            <a:lvl1pPr algn="ctr">
              <a:defRPr sz="3800" b="1" i="1">
                <a:solidFill>
                  <a:schemeClr val="bg1"/>
                </a:solidFill>
              </a:defRPr>
            </a:lvl1pPr>
          </a:lstStyle>
          <a:p>
            <a:r>
              <a:rPr lang="en-US" dirty="0"/>
              <a:t>Thank You</a:t>
            </a:r>
          </a:p>
        </p:txBody>
      </p:sp>
      <p:pic>
        <p:nvPicPr>
          <p:cNvPr id="5" name="Logo">
            <a:extLst>
              <a:ext uri="{FF2B5EF4-FFF2-40B4-BE49-F238E27FC236}">
                <a16:creationId xmlns:a16="http://schemas.microsoft.com/office/drawing/2014/main" id="{F02B907D-DB80-4640-AA80-74FBB8D6FB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1520" y="181064"/>
            <a:ext cx="423229" cy="136525"/>
          </a:xfrm>
          <a:prstGeom prst="rect">
            <a:avLst/>
          </a:prstGeom>
        </p:spPr>
      </p:pic>
      <p:sp>
        <p:nvSpPr>
          <p:cNvPr id="6" name="Department name placeholder">
            <a:extLst>
              <a:ext uri="{FF2B5EF4-FFF2-40B4-BE49-F238E27FC236}">
                <a16:creationId xmlns:a16="http://schemas.microsoft.com/office/drawing/2014/main" id="{8708F4BD-3269-C04E-BA55-17A695533E39}"/>
              </a:ext>
            </a:extLst>
          </p:cNvPr>
          <p:cNvSpPr txBox="1"/>
          <p:nvPr userDrawn="1"/>
        </p:nvSpPr>
        <p:spPr>
          <a:xfrm>
            <a:off x="6243665" y="214650"/>
            <a:ext cx="2554260" cy="123111"/>
          </a:xfrm>
          <a:prstGeom prst="rect">
            <a:avLst/>
          </a:prstGeom>
          <a:noFill/>
        </p:spPr>
        <p:txBody>
          <a:bodyPr wrap="square" lIns="0" tIns="0" rIns="0" bIns="0" rtlCol="0">
            <a:spAutoFit/>
          </a:bodyPr>
          <a:lstStyle/>
          <a:p>
            <a:pPr algn="r"/>
            <a:r>
              <a:rPr lang="en-US" sz="800" dirty="0">
                <a:solidFill>
                  <a:srgbClr val="FFFFFF"/>
                </a:solidFill>
              </a:rPr>
              <a:t>Department Name (edit in Slide Master)</a:t>
            </a:r>
          </a:p>
        </p:txBody>
      </p:sp>
      <p:sp>
        <p:nvSpPr>
          <p:cNvPr id="7" name="Slide Number Placeholder 5">
            <a:extLst>
              <a:ext uri="{FF2B5EF4-FFF2-40B4-BE49-F238E27FC236}">
                <a16:creationId xmlns:a16="http://schemas.microsoft.com/office/drawing/2014/main" id="{7CAB8A34-353F-8847-A605-2A675359BFA7}"/>
              </a:ext>
            </a:extLst>
          </p:cNvPr>
          <p:cNvSpPr>
            <a:spLocks noGrp="1"/>
          </p:cNvSpPr>
          <p:nvPr>
            <p:ph type="sldNum" sz="quarter" idx="4"/>
          </p:nvPr>
        </p:nvSpPr>
        <p:spPr>
          <a:xfrm>
            <a:off x="8249285" y="4773251"/>
            <a:ext cx="548640" cy="123111"/>
          </a:xfrm>
          <a:prstGeom prst="rect">
            <a:avLst/>
          </a:prstGeom>
        </p:spPr>
        <p:txBody>
          <a:bodyPr vert="horz" wrap="square" lIns="0" tIns="0" rIns="0" bIns="0" rtlCol="0" anchor="ctr">
            <a:spAutoFit/>
          </a:bodyPr>
          <a:lstStyle>
            <a:lvl1pPr algn="r">
              <a:defRPr sz="800">
                <a:solidFill>
                  <a:srgbClr val="003557"/>
                </a:solidFill>
              </a:defRPr>
            </a:lvl1pPr>
          </a:lstStyle>
          <a:p>
            <a:fld id="{8368066F-241F-DA46-A244-6F6C08E1BFA8}" type="slidenum">
              <a:rPr lang="en-US" smtClean="0"/>
              <a:pPr/>
              <a:t>‹#›</a:t>
            </a:fld>
            <a:endParaRPr lang="en-US" dirty="0"/>
          </a:p>
        </p:txBody>
      </p:sp>
      <p:sp>
        <p:nvSpPr>
          <p:cNvPr id="8" name="Text Placeholder 39">
            <a:extLst>
              <a:ext uri="{FF2B5EF4-FFF2-40B4-BE49-F238E27FC236}">
                <a16:creationId xmlns:a16="http://schemas.microsoft.com/office/drawing/2014/main" id="{1C5E6D59-CEC6-6641-8DEE-369868B6B256}"/>
              </a:ext>
            </a:extLst>
          </p:cNvPr>
          <p:cNvSpPr txBox="1">
            <a:spLocks/>
          </p:cNvSpPr>
          <p:nvPr userDrawn="1"/>
        </p:nvSpPr>
        <p:spPr>
          <a:xfrm>
            <a:off x="731520" y="4769012"/>
            <a:ext cx="5212080" cy="123111"/>
          </a:xfrm>
          <a:prstGeom prst="rect">
            <a:avLst/>
          </a:prstGeom>
        </p:spPr>
        <p:txBody>
          <a:bodyPr wrap="square" lIns="0" tIns="0" rIns="0" bIns="0" anchor="b" anchorCtr="0">
            <a:spAutoFit/>
          </a:bodyPr>
          <a:lstStyle>
            <a:lvl1pPr marL="0" indent="0" algn="l" defTabSz="685800" rtl="0" eaLnBrk="1" latinLnBrk="0" hangingPunct="1">
              <a:lnSpc>
                <a:spcPct val="100000"/>
              </a:lnSpc>
              <a:spcBef>
                <a:spcPts val="750"/>
              </a:spcBef>
              <a:buFont typeface="Arial" panose="020B0604020202020204" pitchFamily="34" charset="0"/>
              <a:buNone/>
              <a:defRPr sz="1200" kern="1200" spc="0" baseline="0">
                <a:solidFill>
                  <a:schemeClr val="tx1"/>
                </a:solidFill>
                <a:latin typeface="+mn-lt"/>
                <a:ea typeface="+mn-ea"/>
                <a:cs typeface="+mn-cs"/>
              </a:defRPr>
            </a:lvl1pPr>
            <a:lvl2pPr marL="3429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2pPr>
            <a:lvl3pPr marL="6858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3pPr>
            <a:lvl4pPr marL="10287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4pPr>
            <a:lvl5pPr marL="1371600" indent="0" algn="l" defTabSz="685800" rtl="0" eaLnBrk="1" latinLnBrk="0" hangingPunct="1">
              <a:lnSpc>
                <a:spcPct val="100000"/>
              </a:lnSpc>
              <a:spcBef>
                <a:spcPts val="375"/>
              </a:spcBef>
              <a:buFont typeface="Arial" panose="020B0604020202020204" pitchFamily="34" charset="0"/>
              <a:buNone/>
              <a:defRPr sz="1600" kern="1200" spc="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 dirty="0">
                <a:solidFill>
                  <a:srgbClr val="FFFFFF"/>
                </a:solidFill>
              </a:rPr>
              <a:t>Presentation Title (edit in Slide Master)  I  </a:t>
            </a:r>
            <a:fld id="{96639B2F-E74D-204F-A9C8-34761033C9F8}" type="datetime4">
              <a:rPr lang="en-US" sz="800" smtClean="0"/>
              <a:pPr/>
              <a:t>August 9, 2024</a:t>
            </a:fld>
            <a:endParaRPr lang="en-US" sz="800" dirty="0">
              <a:solidFill>
                <a:srgbClr val="FFFFFF"/>
              </a:solidFill>
            </a:endParaRPr>
          </a:p>
        </p:txBody>
      </p:sp>
    </p:spTree>
    <p:extLst>
      <p:ext uri="{BB962C8B-B14F-4D97-AF65-F5344CB8AC3E}">
        <p14:creationId xmlns:p14="http://schemas.microsoft.com/office/powerpoint/2010/main" val="33106547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5587"/>
            </a:gs>
            <a:gs pos="85000">
              <a:srgbClr val="2774AE"/>
            </a:gs>
            <a:gs pos="100000">
              <a:srgbClr val="669FD3"/>
            </a:gs>
          </a:gsLst>
          <a:lin ang="4200000" scaled="0"/>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31520" y="1920239"/>
            <a:ext cx="7315200" cy="1314399"/>
          </a:xfrm>
          <a:prstGeom prst="rect">
            <a:avLst/>
          </a:prstGeom>
        </p:spPr>
        <p:txBody>
          <a:bodyPr vert="horz" lIns="45720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p:cNvSpPr>
            <a:spLocks noGrp="1"/>
          </p:cNvSpPr>
          <p:nvPr>
            <p:ph type="title"/>
          </p:nvPr>
        </p:nvSpPr>
        <p:spPr>
          <a:xfrm>
            <a:off x="731520" y="1463040"/>
            <a:ext cx="7315200" cy="334259"/>
          </a:xfrm>
          <a:prstGeom prst="rect">
            <a:avLst/>
          </a:prstGeom>
        </p:spPr>
        <p:txBody>
          <a:bodyPr vert="horz" wrap="square" lIns="0" tIns="0" rIns="0" bIns="0" rtlCol="0" anchor="b" anchorCtr="0">
            <a:spAutoFit/>
          </a:bodyPr>
          <a:lstStyle/>
          <a:p>
            <a:r>
              <a:rPr lang="en-US"/>
              <a:t>Click to edit Master title style</a:t>
            </a:r>
            <a:endParaRPr lang="en-US" dirty="0"/>
          </a:p>
        </p:txBody>
      </p:sp>
    </p:spTree>
    <p:extLst>
      <p:ext uri="{BB962C8B-B14F-4D97-AF65-F5344CB8AC3E}">
        <p14:creationId xmlns:p14="http://schemas.microsoft.com/office/powerpoint/2010/main" val="300749519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Lst>
  <p:hf hdr="0" ftr="0"/>
  <p:txStyles>
    <p:titleStyle>
      <a:lvl1pPr algn="l" defTabSz="685800" rtl="0" eaLnBrk="1" latinLnBrk="0" hangingPunct="1">
        <a:lnSpc>
          <a:spcPct val="90000"/>
        </a:lnSpc>
        <a:spcBef>
          <a:spcPct val="0"/>
        </a:spcBef>
        <a:buNone/>
        <a:defRPr sz="2400" b="1" kern="1200">
          <a:solidFill>
            <a:srgbClr val="FFD100"/>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kern="1200" spc="0" baseline="0">
          <a:solidFill>
            <a:schemeClr val="bg1"/>
          </a:solidFill>
          <a:latin typeface="+mn-lt"/>
          <a:ea typeface="+mn-ea"/>
          <a:cs typeface="+mn-cs"/>
        </a:defRPr>
      </a:lvl1pPr>
      <a:lvl2pPr marL="274320" indent="0" algn="l" defTabSz="685800" rtl="0" eaLnBrk="1" latinLnBrk="0" hangingPunct="1">
        <a:lnSpc>
          <a:spcPct val="90000"/>
        </a:lnSpc>
        <a:spcBef>
          <a:spcPts val="375"/>
        </a:spcBef>
        <a:buFont typeface="Arial" panose="020B0604020202020204" pitchFamily="34" charset="0"/>
        <a:buNone/>
        <a:defRPr sz="1600" kern="1200" spc="0" baseline="0">
          <a:solidFill>
            <a:schemeClr val="bg1"/>
          </a:solidFill>
          <a:latin typeface="+mn-lt"/>
          <a:ea typeface="+mn-ea"/>
          <a:cs typeface="+mn-cs"/>
        </a:defRPr>
      </a:lvl2pPr>
      <a:lvl3pPr marL="548640" indent="0" algn="l" defTabSz="685800" rtl="0" eaLnBrk="1" latinLnBrk="0" hangingPunct="1">
        <a:lnSpc>
          <a:spcPct val="90000"/>
        </a:lnSpc>
        <a:spcBef>
          <a:spcPts val="375"/>
        </a:spcBef>
        <a:buFont typeface="Arial" panose="020B0604020202020204" pitchFamily="34" charset="0"/>
        <a:buNone/>
        <a:defRPr sz="1600" kern="1200" spc="0" baseline="0">
          <a:solidFill>
            <a:schemeClr val="bg1"/>
          </a:solidFill>
          <a:latin typeface="+mn-lt"/>
          <a:ea typeface="+mn-ea"/>
          <a:cs typeface="+mn-cs"/>
        </a:defRPr>
      </a:lvl3pPr>
      <a:lvl4pPr marL="822960" indent="0" algn="l" defTabSz="685800" rtl="0" eaLnBrk="1" latinLnBrk="0" hangingPunct="1">
        <a:lnSpc>
          <a:spcPct val="90000"/>
        </a:lnSpc>
        <a:spcBef>
          <a:spcPts val="375"/>
        </a:spcBef>
        <a:buFont typeface="Arial" panose="020B0604020202020204" pitchFamily="34" charset="0"/>
        <a:buNone/>
        <a:defRPr sz="1600" kern="1200" spc="0" baseline="0">
          <a:solidFill>
            <a:schemeClr val="bg1"/>
          </a:solidFill>
          <a:latin typeface="+mn-lt"/>
          <a:ea typeface="+mn-ea"/>
          <a:cs typeface="+mn-cs"/>
        </a:defRPr>
      </a:lvl4pPr>
      <a:lvl5pPr marL="1097280" indent="0" algn="l" defTabSz="685800" rtl="0" eaLnBrk="1" latinLnBrk="0" hangingPunct="1">
        <a:lnSpc>
          <a:spcPct val="90000"/>
        </a:lnSpc>
        <a:spcBef>
          <a:spcPts val="375"/>
        </a:spcBef>
        <a:buFont typeface="Arial" panose="020B0604020202020204" pitchFamily="34" charset="0"/>
        <a:buNone/>
        <a:defRPr sz="1600" kern="1200" spc="0" baseline="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9EBB-6D4D-9248-960D-3A72255EDBBF}"/>
              </a:ext>
            </a:extLst>
          </p:cNvPr>
          <p:cNvSpPr>
            <a:spLocks noGrp="1"/>
          </p:cNvSpPr>
          <p:nvPr>
            <p:ph type="ctrTitle"/>
          </p:nvPr>
        </p:nvSpPr>
        <p:spPr>
          <a:xfrm>
            <a:off x="731520" y="2286000"/>
            <a:ext cx="7680960" cy="529247"/>
          </a:xfrm>
        </p:spPr>
        <p:txBody>
          <a:bodyPr/>
          <a:lstStyle/>
          <a:p>
            <a:pPr>
              <a:defRPr b="1" sz="3200">
                <a:solidFill>
                  <a:srgbClr val="FFFFFF"/>
                </a:solidFill>
              </a:defRPr>
            </a:pPr>
            <a:r>
              <a:t>Travel History Reconstruction from Travel Documents</a:t>
            </a:r>
          </a:p>
        </p:txBody>
      </p:sp>
      <p:sp>
        <p:nvSpPr>
          <p:cNvPr id="3" name="Text Placeholder 2">
            <a:extLst>
              <a:ext uri="{FF2B5EF4-FFF2-40B4-BE49-F238E27FC236}">
                <a16:creationId xmlns:a16="http://schemas.microsoft.com/office/drawing/2014/main" id="{01663D33-78AA-4440-ACFB-5BBFE9BF84F9}"/>
              </a:ext>
            </a:extLst>
          </p:cNvPr>
          <p:cNvSpPr>
            <a:spLocks noGrp="1"/>
          </p:cNvSpPr>
          <p:nvPr>
            <p:ph type="body" sz="quarter" idx="20"/>
          </p:nvPr>
        </p:nvSpPr>
        <p:spPr/>
        <p:txBody>
          <a:bodyPr wrap="square"/>
          <a:lstStyle/>
          <a:p>
            <a:pPr>
              <a:spcAft>
                <a:spcPts val="1000"/>
              </a:spcAft>
              <a:defRPr sz="1400">
                <a:solidFill>
                  <a:srgbClr val="FFFFFF"/>
                </a:solidFill>
              </a:defRPr>
            </a:pPr>
            <a:r>
              <a:t>An End-to-End AI System Combining YOLOv26 Instance Segmentation &amp; Visual Language Models</a:t>
            </a:r>
          </a:p>
          <a:p>
            <a:pPr>
              <a:spcAft>
                <a:spcPts val="1000"/>
              </a:spcAft>
              <a:defRPr sz="1400">
                <a:solidFill>
                  <a:srgbClr val="FFFFFF"/>
                </a:solidFill>
              </a:defRPr>
            </a:pPr>
            <a:r>
              <a:t>Capstone Team: Hao Zhang, Zuyan Tao, Wilson Tee</a:t>
            </a:r>
          </a:p>
          <a:p>
            <a:pPr>
              <a:spcAft>
                <a:spcPts val="1000"/>
              </a:spcAft>
              <a:defRPr sz="1400">
                <a:solidFill>
                  <a:srgbClr val="FFFFFF"/>
                </a:solidFill>
              </a:defRPr>
            </a:pPr>
            <a:r>
              <a:t>Faculty Advisor: Prof. Bruce Robins (UCLA Engineering)</a:t>
            </a:r>
          </a:p>
          <a:p>
            <a:pPr>
              <a:spcAft>
                <a:spcPts val="1000"/>
              </a:spcAft>
              <a:defRPr sz="1400">
                <a:solidFill>
                  <a:srgbClr val="FFFFFF"/>
                </a:solidFill>
              </a:defRPr>
            </a:pPr>
            <a:r>
              <a:t>Industry Sponsor: Alvaro Ramirez (Securiport LLC)</a:t>
            </a:r>
          </a:p>
          <a:p>
            <a:pPr>
              <a:spcAft>
                <a:spcPts val="1000"/>
              </a:spcAft>
              <a:defRPr sz="1400">
                <a:solidFill>
                  <a:srgbClr val="FFFFFF"/>
                </a:solidFill>
              </a:defRPr>
            </a:pPr>
            <a:r>
              <a:t>Presentation Date: August 25-26, 2026 | UCLA Samueli School of Engineering</a:t>
            </a:r>
          </a:p>
        </p:txBody>
      </p:sp>
      <p:sp>
        <p:nvSpPr>
          <p:cNvPr id="4" name="Text Placeholder 3">
            <a:extLst>
              <a:ext uri="{FF2B5EF4-FFF2-40B4-BE49-F238E27FC236}">
                <a16:creationId xmlns:a16="http://schemas.microsoft.com/office/drawing/2014/main" id="{2E8B26DB-F5A2-3C4D-AB48-E181746C7ED6}"/>
              </a:ext>
            </a:extLst>
          </p:cNvPr>
          <p:cNvSpPr>
            <a:spLocks noGrp="1"/>
          </p:cNvSpPr>
          <p:nvPr>
            <p:ph type="body" sz="quarter" idx="19"/>
          </p:nvPr>
        </p:nvSpPr>
        <p:spPr/>
        <p:txBody>
          <a:bodyPr wrap="square"/>
          <a:lstStyle/>
          <a:p>
            <a:pPr>
              <a:spcAft>
                <a:spcPts val="1000"/>
              </a:spcAft>
              <a:defRPr sz="1400">
                <a:solidFill>
                  <a:srgbClr val="FFFFFF"/>
                </a:solidFill>
              </a:defRPr>
            </a:pPr>
            <a:r>
              <a:t>An End-to-End AI System Combining YOLOv26 Instance Segmentation &amp; Visual Language Models</a:t>
            </a:r>
          </a:p>
          <a:p>
            <a:pPr>
              <a:spcAft>
                <a:spcPts val="1000"/>
              </a:spcAft>
              <a:defRPr sz="1400">
                <a:solidFill>
                  <a:srgbClr val="FFFFFF"/>
                </a:solidFill>
              </a:defRPr>
            </a:pPr>
            <a:r>
              <a:t>Capstone Team: Hao Zhang, Zuyan Tao, Wilson Tee</a:t>
            </a:r>
          </a:p>
          <a:p>
            <a:pPr>
              <a:spcAft>
                <a:spcPts val="1000"/>
              </a:spcAft>
              <a:defRPr sz="1400">
                <a:solidFill>
                  <a:srgbClr val="FFFFFF"/>
                </a:solidFill>
              </a:defRPr>
            </a:pPr>
            <a:r>
              <a:t>Faculty Advisor: Prof. Bruce Robins (UCLA Engineering)</a:t>
            </a:r>
          </a:p>
          <a:p>
            <a:pPr>
              <a:spcAft>
                <a:spcPts val="1000"/>
              </a:spcAft>
              <a:defRPr sz="1400">
                <a:solidFill>
                  <a:srgbClr val="FFFFFF"/>
                </a:solidFill>
              </a:defRPr>
            </a:pPr>
            <a:r>
              <a:t>Industry Sponsor: Alvaro Ramirez (Securiport LLC)</a:t>
            </a:r>
          </a:p>
          <a:p>
            <a:pPr>
              <a:spcAft>
                <a:spcPts val="1000"/>
              </a:spcAft>
              <a:defRPr sz="1400">
                <a:solidFill>
                  <a:srgbClr val="FFFFFF"/>
                </a:solidFill>
              </a:defRPr>
            </a:pPr>
            <a:r>
              <a:t>Presentation Date: August 25-26, 2026 | UCLA Samueli School of Engineering</a:t>
            </a:r>
          </a:p>
        </p:txBody>
      </p:sp>
      <p:sp>
        <p:nvSpPr>
          <p:cNvPr id="5" name="Picture Placeholder 4">
            <a:extLst>
              <a:ext uri="{FF2B5EF4-FFF2-40B4-BE49-F238E27FC236}">
                <a16:creationId xmlns:a16="http://schemas.microsoft.com/office/drawing/2014/main" id="{4C219E88-4963-844B-8C12-71DB0AA56B57}"/>
              </a:ext>
            </a:extLst>
          </p:cNvPr>
          <p:cNvSpPr>
            <a:spLocks noGrp="1"/>
          </p:cNvSpPr>
          <p:nvPr>
            <p:ph type="pic" sz="quarter" idx="21"/>
          </p:nvPr>
        </p:nvSpPr>
        <p:spPr/>
        <p:txBody>
          <a:bodyPr wrap="square"/>
          <a:p>
            <a:pPr>
              <a:spcAft>
                <a:spcPts val="1000"/>
              </a:spcAft>
              <a:defRPr sz="1500">
                <a:solidFill>
                  <a:srgbClr val="FFFFFF"/>
                </a:solidFill>
              </a:defRPr>
            </a:pPr>
            <a:r>
              <a:t>An End-to-End AI System Combining YOLOv26 Instance Segmentation &amp; Visual Language Models</a:t>
            </a:r>
          </a:p>
          <a:p>
            <a:pPr>
              <a:spcAft>
                <a:spcPts val="1000"/>
              </a:spcAft>
              <a:defRPr sz="1500">
                <a:solidFill>
                  <a:srgbClr val="FFFFFF"/>
                </a:solidFill>
              </a:defRPr>
            </a:pPr>
            <a:r>
              <a:t>Capstone Team: Hao Zhang, Zuyan Tao, Wilson Tee</a:t>
            </a:r>
          </a:p>
          <a:p>
            <a:pPr>
              <a:spcAft>
                <a:spcPts val="1000"/>
              </a:spcAft>
              <a:defRPr sz="1500">
                <a:solidFill>
                  <a:srgbClr val="FFFFFF"/>
                </a:solidFill>
              </a:defRPr>
            </a:pPr>
            <a:r>
              <a:t>Faculty Advisor: Prof. Bruce Robins (UCLA Engineering)</a:t>
            </a:r>
          </a:p>
          <a:p>
            <a:pPr>
              <a:spcAft>
                <a:spcPts val="1000"/>
              </a:spcAft>
              <a:defRPr sz="1500">
                <a:solidFill>
                  <a:srgbClr val="FFFFFF"/>
                </a:solidFill>
              </a:defRPr>
            </a:pPr>
            <a:r>
              <a:t>Industry Sponsor: Alvaro Ramirez (Securiport LLC)</a:t>
            </a:r>
          </a:p>
          <a:p>
            <a:pPr>
              <a:spcAft>
                <a:spcPts val="1000"/>
              </a:spcAft>
              <a:defRPr sz="1500">
                <a:solidFill>
                  <a:srgbClr val="FFFFFF"/>
                </a:solidFill>
              </a:defRPr>
            </a:pPr>
            <a:r>
              <a:t>Presentation Date: August 25-26, 2026 | UCLA Samueli School of Engineering</a:t>
            </a:r>
          </a:p>
        </p:txBody>
      </p:sp>
      <p:sp>
        <p:nvSpPr>
          <p:cNvPr id="6" name="Text Placeholder 5">
            <a:extLst>
              <a:ext uri="{FF2B5EF4-FFF2-40B4-BE49-F238E27FC236}">
                <a16:creationId xmlns:a16="http://schemas.microsoft.com/office/drawing/2014/main" id="{ED02E22D-332E-F44E-93E6-93805F94F83A}"/>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E2D04660-62A4-D843-8966-7BAAE5DDA624}"/>
              </a:ext>
            </a:extLst>
          </p:cNvPr>
          <p:cNvSpPr>
            <a:spLocks noGrp="1"/>
          </p:cNvSpPr>
          <p:nvPr>
            <p:ph type="body" sz="quarter" idx="23"/>
          </p:nvPr>
        </p:nvSpPr>
        <p:spPr/>
        <p:txBody>
          <a:bodyPr/>
          <a:lstStyle/>
          <a:p>
            <a:endParaRPr lang="en-US"/>
          </a:p>
        </p:txBody>
      </p:sp>
      <p:sp>
        <p:nvSpPr>
          <p:cNvPr id="8" name="Text Placeholder 7">
            <a:extLst>
              <a:ext uri="{FF2B5EF4-FFF2-40B4-BE49-F238E27FC236}">
                <a16:creationId xmlns:a16="http://schemas.microsoft.com/office/drawing/2014/main" id="{2A88026E-7E30-0B4B-AB0D-837CB0BE4FD3}"/>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AD00E3D4-C818-4F44-97B4-C45A431C3938}"/>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2D59713A-2368-3E45-B265-08E3E0F42F7E}"/>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413806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3AB8-E0C4-D946-82FA-F9ADCBB5FE71}"/>
              </a:ext>
            </a:extLst>
          </p:cNvPr>
          <p:cNvSpPr>
            <a:spLocks noGrp="1"/>
          </p:cNvSpPr>
          <p:nvPr>
            <p:ph type="title"/>
          </p:nvPr>
        </p:nvSpPr>
        <p:spPr/>
        <p:txBody>
          <a:bodyPr/>
          <a:lstStyle/>
          <a:p>
            <a:pPr>
              <a:defRPr b="1" sz="2200">
                <a:solidFill>
                  <a:srgbClr val="FFFFFF"/>
                </a:solidFill>
              </a:defRPr>
            </a:pPr>
            <a:r>
              <a:t>Meet the Team</a:t>
            </a:r>
          </a:p>
        </p:txBody>
      </p:sp>
      <p:sp>
        <p:nvSpPr>
          <p:cNvPr id="4" name="Slide Number Placeholder 3">
            <a:extLst>
              <a:ext uri="{FF2B5EF4-FFF2-40B4-BE49-F238E27FC236}">
                <a16:creationId xmlns:a16="http://schemas.microsoft.com/office/drawing/2014/main" id="{495CCD84-C1BF-A041-A9A0-26787E2DD95C}"/>
              </a:ext>
            </a:extLst>
          </p:cNvPr>
          <p:cNvSpPr>
            <a:spLocks noGrp="1"/>
          </p:cNvSpPr>
          <p:nvPr>
            <p:ph type="sldNum" sz="quarter" idx="4"/>
          </p:nvPr>
        </p:nvSpPr>
        <p:spPr>
          <a:xfrm>
            <a:off x="8249285" y="4773251"/>
            <a:ext cx="548640" cy="123111"/>
          </a:xfrm>
          <a:prstGeom prst="rect">
            <a:avLst/>
          </a:prstGeom>
        </p:spPr>
        <p:txBody>
          <a:bodyPr/>
          <a:lstStyle/>
          <a:p>
            <a:fld id="{8368066F-241F-DA46-A244-6F6C08E1BFA8}" type="slidenum">
              <a:rPr lang="en-US" smtClean="0"/>
              <a:pPr/>
              <a:t>2</a:t>
            </a:fld>
            <a:endParaRPr lang="en-US"/>
          </a:p>
        </p:txBody>
      </p:sp>
      <p:graphicFrame>
        <p:nvGraphicFramePr>
          <p:cNvPr id="7" name="Table Placeholder 6">
            <a:extLst>
              <a:ext uri="{FF2B5EF4-FFF2-40B4-BE49-F238E27FC236}">
                <a16:creationId xmlns:a16="http://schemas.microsoft.com/office/drawing/2014/main" id="{89F6AAAA-888C-2C4E-B127-3A9BF3829718}"/>
              </a:ext>
            </a:extLst>
          </p:cNvPr>
          <p:cNvGraphicFramePr>
            <a:graphicFrameLocks noGrp="1"/>
          </p:cNvGraphicFramePr>
          <p:nvPr>
            <p:ph type="tbl" sz="quarter" idx="13"/>
            <p:extLst>
              <p:ext uri="{D42A27DB-BD31-4B8C-83A1-F6EECF244321}">
                <p14:modId xmlns:p14="http://schemas.microsoft.com/office/powerpoint/2010/main" val="1906292652"/>
              </p:ext>
            </p:extLst>
          </p:nvPr>
        </p:nvGraphicFramePr>
        <p:xfrm>
          <a:off x="1189038" y="1920875"/>
          <a:ext cx="6400800" cy="2194560"/>
        </p:xfrm>
        <a:graphic>
          <a:graphicData uri="http://schemas.openxmlformats.org/drawingml/2006/table">
            <a:tbl>
              <a:tblPr firstRow="1">
                <a:tableStyleId>{5C22544A-7EE6-4342-B048-85BDC9FD1C3A}</a:tableStyleId>
              </a:tblPr>
              <a:tblGrid>
                <a:gridCol w="2560320">
                  <a:extLst>
                    <a:ext uri="{9D8B030D-6E8A-4147-A177-3AD203B41FA5}">
                      <a16:colId xmlns:a16="http://schemas.microsoft.com/office/drawing/2014/main" val="3871567158"/>
                    </a:ext>
                  </a:extLst>
                </a:gridCol>
                <a:gridCol w="1920240">
                  <a:extLst>
                    <a:ext uri="{9D8B030D-6E8A-4147-A177-3AD203B41FA5}">
                      <a16:colId xmlns:a16="http://schemas.microsoft.com/office/drawing/2014/main" val="217651101"/>
                    </a:ext>
                  </a:extLst>
                </a:gridCol>
                <a:gridCol w="1920240">
                  <a:extLst>
                    <a:ext uri="{9D8B030D-6E8A-4147-A177-3AD203B41FA5}">
                      <a16:colId xmlns:a16="http://schemas.microsoft.com/office/drawing/2014/main" val="324501064"/>
                    </a:ext>
                  </a:extLst>
                </a:gridCol>
              </a:tblGrid>
              <a:tr h="365760">
                <a:tc>
                  <a:txBody>
                    <a:bodyPr/>
                    <a:lstStyle/>
                    <a:p>
                      <a:pPr algn="l"/>
                      <a:r>
                        <a:rPr lang="en-US" sz="1400" dirty="0">
                          <a:solidFill>
                            <a:srgbClr val="2774AE"/>
                          </a:solidFill>
                        </a:rPr>
                        <a:t>Title</a:t>
                      </a:r>
                    </a:p>
                  </a:txBody>
                  <a:tcPr marL="365760" marR="0" marB="0" anchor="ctr">
                    <a:lnL w="6350" cap="flat" cmpd="sng" algn="ctr">
                      <a:solidFill>
                        <a:schemeClr val="bg1"/>
                      </a:solidFill>
                      <a:prstDash val="solid"/>
                      <a:round/>
                      <a:headEnd type="none" w="med" len="med"/>
                      <a:tailEnd type="none" w="med" len="med"/>
                    </a:lnL>
                    <a:lnR w="6350" cap="flat" cmpd="sng" algn="ctr">
                      <a:solidFill>
                        <a:srgbClr val="2774AE"/>
                      </a:solidFill>
                      <a:prstDash val="solid"/>
                      <a:round/>
                      <a:headEnd type="none" w="med" len="med"/>
                      <a:tailEnd type="none" w="med" len="med"/>
                    </a:lnR>
                    <a:lnT w="6350" cap="flat" cmpd="sng" algn="ctr">
                      <a:solidFill>
                        <a:schemeClr val="bg1"/>
                      </a:solidFill>
                      <a:prstDash val="solid"/>
                      <a:round/>
                      <a:headEnd type="none" w="med" len="med"/>
                      <a:tailEnd type="none" w="med" len="med"/>
                    </a:lnT>
                    <a:lnB w="38100" cmpd="sng">
                      <a:noFill/>
                    </a:lnB>
                    <a:solidFill>
                      <a:schemeClr val="bg1"/>
                    </a:solidFill>
                  </a:tcPr>
                </a:tc>
                <a:tc>
                  <a:txBody>
                    <a:bodyPr/>
                    <a:lstStyle/>
                    <a:p>
                      <a:pPr algn="ctr"/>
                      <a:r>
                        <a:rPr lang="en-US" sz="1400" dirty="0">
                          <a:solidFill>
                            <a:srgbClr val="2774AE"/>
                          </a:solidFill>
                        </a:rPr>
                        <a:t>Title</a:t>
                      </a:r>
                    </a:p>
                  </a:txBody>
                  <a:tcPr marL="0" marR="0" marB="0" anchor="ctr">
                    <a:lnL w="6350" cap="flat" cmpd="sng" algn="ctr">
                      <a:solidFill>
                        <a:srgbClr val="2774AE"/>
                      </a:solidFill>
                      <a:prstDash val="solid"/>
                      <a:round/>
                      <a:headEnd type="none" w="med" len="med"/>
                      <a:tailEnd type="none" w="med" len="med"/>
                    </a:lnL>
                    <a:lnR w="6350" cap="flat" cmpd="sng" algn="ctr">
                      <a:solidFill>
                        <a:srgbClr val="2774AE"/>
                      </a:solidFill>
                      <a:prstDash val="solid"/>
                      <a:round/>
                      <a:headEnd type="none" w="med" len="med"/>
                      <a:tailEnd type="none" w="med" len="med"/>
                    </a:lnR>
                    <a:lnT w="6350" cap="flat" cmpd="sng" algn="ctr">
                      <a:solidFill>
                        <a:schemeClr val="bg1"/>
                      </a:solidFill>
                      <a:prstDash val="solid"/>
                      <a:round/>
                      <a:headEnd type="none" w="med" len="med"/>
                      <a:tailEnd type="none" w="med" len="med"/>
                    </a:lnT>
                    <a:lnB w="38100" cmpd="sng">
                      <a:noFill/>
                    </a:lnB>
                    <a:solidFill>
                      <a:schemeClr val="bg1"/>
                    </a:solidFill>
                  </a:tcPr>
                </a:tc>
                <a:tc>
                  <a:txBody>
                    <a:bodyPr/>
                    <a:lstStyle/>
                    <a:p>
                      <a:pPr algn="ctr"/>
                      <a:r>
                        <a:rPr lang="en-US" sz="1400" dirty="0">
                          <a:solidFill>
                            <a:srgbClr val="2774AE"/>
                          </a:solidFill>
                        </a:rPr>
                        <a:t>Title</a:t>
                      </a:r>
                    </a:p>
                  </a:txBody>
                  <a:tcPr marL="0" marR="0" marB="0" anchor="ctr">
                    <a:lnL w="6350" cap="flat" cmpd="sng" algn="ctr">
                      <a:solidFill>
                        <a:srgbClr val="2774A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38100" cmpd="sng">
                      <a:noFill/>
                    </a:lnB>
                    <a:solidFill>
                      <a:schemeClr val="bg1"/>
                    </a:solidFill>
                  </a:tcPr>
                </a:tc>
                <a:extLst>
                  <a:ext uri="{0D108BD9-81ED-4DB2-BD59-A6C34878D82A}">
                    <a16:rowId xmlns:a16="http://schemas.microsoft.com/office/drawing/2014/main" val="2980189649"/>
                  </a:ext>
                </a:extLst>
              </a:tr>
              <a:tr h="365760">
                <a:tc>
                  <a:txBody>
                    <a:bodyPr/>
                    <a:lstStyle/>
                    <a:p>
                      <a:pPr algn="l"/>
                      <a:r>
                        <a:rPr lang="en-US" sz="1400" dirty="0">
                          <a:solidFill>
                            <a:schemeClr val="bg1"/>
                          </a:solidFill>
                        </a:rPr>
                        <a:t>Title</a:t>
                      </a:r>
                    </a:p>
                  </a:txBody>
                  <a:tcPr marL="36576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mpd="sng">
                      <a:noFill/>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mpd="sng">
                      <a:noFill/>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2780936"/>
                  </a:ext>
                </a:extLst>
              </a:tr>
              <a:tr h="365760">
                <a:tc>
                  <a:txBody>
                    <a:bodyPr/>
                    <a:lstStyle/>
                    <a:p>
                      <a:pPr algn="l"/>
                      <a:r>
                        <a:rPr lang="en-US" sz="1400" dirty="0">
                          <a:solidFill>
                            <a:schemeClr val="bg1"/>
                          </a:solidFill>
                        </a:rPr>
                        <a:t>Title</a:t>
                      </a:r>
                    </a:p>
                  </a:txBody>
                  <a:tcPr marL="36576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2851612"/>
                  </a:ext>
                </a:extLst>
              </a:tr>
              <a:tr h="365760">
                <a:tc>
                  <a:txBody>
                    <a:bodyPr/>
                    <a:lstStyle/>
                    <a:p>
                      <a:pPr algn="l"/>
                      <a:r>
                        <a:rPr lang="en-US" sz="1400" dirty="0">
                          <a:solidFill>
                            <a:schemeClr val="bg1"/>
                          </a:solidFill>
                        </a:rPr>
                        <a:t>Title</a:t>
                      </a:r>
                    </a:p>
                  </a:txBody>
                  <a:tcPr marL="36576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758339"/>
                  </a:ext>
                </a:extLst>
              </a:tr>
              <a:tr h="365760">
                <a:tc>
                  <a:txBody>
                    <a:bodyPr/>
                    <a:lstStyle/>
                    <a:p>
                      <a:pPr algn="l"/>
                      <a:r>
                        <a:rPr lang="en-US" sz="1400" dirty="0">
                          <a:solidFill>
                            <a:schemeClr val="bg1"/>
                          </a:solidFill>
                        </a:rPr>
                        <a:t>Title</a:t>
                      </a:r>
                    </a:p>
                  </a:txBody>
                  <a:tcPr marL="36576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mpd="sng">
                      <a:noFill/>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mpd="sng">
                      <a:noFill/>
                    </a:lnB>
                    <a:noFill/>
                  </a:tcPr>
                </a:tc>
                <a:tc>
                  <a:txBody>
                    <a:bodyPr/>
                    <a:lstStyle/>
                    <a:p>
                      <a:pPr algn="ctr"/>
                      <a:r>
                        <a:rPr lang="en-US" sz="1400" dirty="0">
                          <a:solidFill>
                            <a:schemeClr val="bg1"/>
                          </a:solidFill>
                        </a:rPr>
                        <a:t>00%</a:t>
                      </a:r>
                    </a:p>
                  </a:txBody>
                  <a:tcPr marL="0" marR="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86133237"/>
                  </a:ext>
                </a:extLst>
              </a:tr>
              <a:tr h="365760">
                <a:tc>
                  <a:txBody>
                    <a:bodyPr/>
                    <a:lstStyle/>
                    <a:p>
                      <a:pPr algn="l"/>
                      <a:r>
                        <a:rPr lang="en-US" sz="1400" b="1" dirty="0">
                          <a:solidFill>
                            <a:srgbClr val="2774AE"/>
                          </a:solidFill>
                        </a:rPr>
                        <a:t> Title</a:t>
                      </a:r>
                    </a:p>
                  </a:txBody>
                  <a:tcPr marL="365760" marR="0" marB="0" anchor="ctr">
                    <a:lnL w="6350" cap="flat" cmpd="sng" algn="ctr">
                      <a:solidFill>
                        <a:schemeClr val="bg1"/>
                      </a:solidFill>
                      <a:prstDash val="solid"/>
                      <a:round/>
                      <a:headEnd type="none" w="med" len="med"/>
                      <a:tailEnd type="none" w="med" len="med"/>
                    </a:lnL>
                    <a:lnR w="6350" cap="flat" cmpd="sng" algn="ctr">
                      <a:solidFill>
                        <a:srgbClr val="FEFFFF"/>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100"/>
                    </a:solidFill>
                  </a:tcPr>
                </a:tc>
                <a:tc>
                  <a:txBody>
                    <a:bodyPr/>
                    <a:lstStyle/>
                    <a:p>
                      <a:pPr algn="ctr"/>
                      <a:r>
                        <a:rPr lang="en-US" sz="1400" b="1" dirty="0">
                          <a:solidFill>
                            <a:srgbClr val="2774AE"/>
                          </a:solidFill>
                        </a:rPr>
                        <a:t>00%</a:t>
                      </a:r>
                    </a:p>
                  </a:txBody>
                  <a:tcPr marL="0" marR="0" marB="0" anchor="ctr">
                    <a:lnL w="6350" cap="flat" cmpd="sng" algn="ctr">
                      <a:solidFill>
                        <a:srgbClr val="FEFFFF"/>
                      </a:solidFill>
                      <a:prstDash val="solid"/>
                      <a:round/>
                      <a:headEnd type="none" w="med" len="med"/>
                      <a:tailEnd type="none" w="med" len="med"/>
                    </a:lnL>
                    <a:lnR w="6350" cap="flat" cmpd="sng" algn="ctr">
                      <a:solidFill>
                        <a:srgbClr val="FEFFFF"/>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100"/>
                    </a:solidFill>
                  </a:tcPr>
                </a:tc>
                <a:tc>
                  <a:txBody>
                    <a:bodyPr/>
                    <a:lstStyle/>
                    <a:p>
                      <a:pPr algn="ctr"/>
                      <a:r>
                        <a:rPr lang="en-US" sz="1400" b="1" dirty="0">
                          <a:solidFill>
                            <a:srgbClr val="2774AE"/>
                          </a:solidFill>
                        </a:rPr>
                        <a:t>00%</a:t>
                      </a:r>
                    </a:p>
                  </a:txBody>
                  <a:tcPr marL="0" marR="0" marB="0" anchor="ctr">
                    <a:lnL w="6350" cap="flat" cmpd="sng" algn="ctr">
                      <a:solidFill>
                        <a:srgbClr val="FEFFFF"/>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100"/>
                    </a:solidFill>
                  </a:tcPr>
                </a:tc>
                <a:extLst>
                  <a:ext uri="{0D108BD9-81ED-4DB2-BD59-A6C34878D82A}">
                    <a16:rowId xmlns:a16="http://schemas.microsoft.com/office/drawing/2014/main" val="3110572506"/>
                  </a:ext>
                </a:extLst>
              </a:tr>
            </a:tbl>
          </a:graphicData>
        </a:graphic>
      </p:graphicFrame>
      <p:sp>
        <p:nvSpPr>
          <p:cNvPr id="3" name="Text Placeholder 2">
            <a:extLst>
              <a:ext uri="{FF2B5EF4-FFF2-40B4-BE49-F238E27FC236}">
                <a16:creationId xmlns:a16="http://schemas.microsoft.com/office/drawing/2014/main" id="{9E7FFEE7-38CE-5A42-B546-2C5355CC1DF0}"/>
              </a:ext>
            </a:extLst>
          </p:cNvPr>
          <p:cNvSpPr>
            <a:spLocks noGrp="1"/>
          </p:cNvSpPr>
          <p:nvPr>
            <p:ph type="body" sz="quarter" idx="12"/>
          </p:nvPr>
        </p:nvSpPr>
        <p:spPr/>
        <p:txBody>
          <a:bodyPr wrap="square"/>
          <a:lstStyle/>
          <a:p>
            <a:pPr>
              <a:spcAft>
                <a:spcPts val="1000"/>
              </a:spcAft>
              <a:defRPr sz="1300">
                <a:solidFill>
                  <a:srgbClr val="FFFFFF"/>
                </a:solidFill>
              </a:defRPr>
            </a:pPr>
            <a:r>
              <a:t>Hao Zhang - Detection &amp; Integration Lead: Preprocessing, Multi-Rotation Strategy, YOLO training, System integration, Report authoring.</a:t>
            </a:r>
          </a:p>
          <a:p>
            <a:pPr>
              <a:spcAft>
                <a:spcPts val="1000"/>
              </a:spcAft>
              <a:defRPr sz="1300">
                <a:solidFill>
                  <a:srgbClr val="FFFFFF"/>
                </a:solidFill>
              </a:defRPr>
            </a:pPr>
            <a:r>
              <a:t>Zuyan Tao - VLM/OCR &amp; Backend Lead: VLM integration, FastAPI backend, OCR pipeline, Timeline reconstruction algorithm.</a:t>
            </a:r>
          </a:p>
          <a:p>
            <a:pPr>
              <a:spcAft>
                <a:spcPts val="1000"/>
              </a:spcAft>
              <a:defRPr sz="1300">
                <a:solidFill>
                  <a:srgbClr val="FFFFFF"/>
                </a:solidFill>
              </a:defRPr>
            </a:pPr>
            <a:r>
              <a:t>Wilson Tee - Dataset &amp; Frontend Lead: Synthetic dataset pipeline, YOLOv26 segmentation model, React + Ant Design web UI.</a:t>
            </a:r>
          </a:p>
          <a:p>
            <a:pPr>
              <a:spcAft>
                <a:spcPts val="1000"/>
              </a:spcAft>
              <a:defRPr sz="1300">
                <a:solidFill>
                  <a:srgbClr val="FFFFFF"/>
                </a:solidFill>
              </a:defRPr>
            </a:pPr>
            <a:r>
              <a:t>Advisors: Prof. Bruce Robins (UCLA Faculty Advisor) &amp; Alvaro Ramirez (Securiport LLC Industry Sponsor).</a:t>
            </a:r>
          </a:p>
        </p:txBody>
      </p:sp>
      <p:sp>
        <p:nvSpPr>
          <p:cNvPr id="8" name="TextBox 7"/>
          <p:cNvSpPr txBox="1"/>
          <p:nvPr/>
        </p:nvSpPr>
        <p:spPr>
          <a:xfrm>
            <a:off x="731520" y="1645920"/>
            <a:ext cx="10515600" cy="4389120"/>
          </a:xfrm>
          <a:prstGeom prst="rect">
            <a:avLst/>
          </a:prstGeom>
          <a:noFill/>
        </p:spPr>
        <p:txBody>
          <a:bodyPr wrap="square">
            <a:spAutoFit/>
          </a:bodyPr>
          <a:lstStyle/>
          <a:p>
            <a:pPr>
              <a:spcAft>
                <a:spcPts val="1000"/>
              </a:spcAft>
              <a:defRPr sz="1400">
                <a:solidFill>
                  <a:srgbClr val="FFFFFF"/>
                </a:solidFill>
              </a:defRPr>
            </a:pPr>
            <a:r>
              <a:t>Hao Zhang - Detection &amp; Integration Lead: Preprocessing, Multi-Rotation Strategy, YOLO training, System integration, Report authoring.</a:t>
            </a:r>
          </a:p>
          <a:p>
            <a:pPr>
              <a:spcAft>
                <a:spcPts val="1000"/>
              </a:spcAft>
              <a:defRPr sz="1400">
                <a:solidFill>
                  <a:srgbClr val="FFFFFF"/>
                </a:solidFill>
              </a:defRPr>
            </a:pPr>
            <a:r>
              <a:t>Zuyan Tao - VLM/OCR &amp; Backend Lead: VLM integration, FastAPI backend, OCR pipeline, Timeline reconstruction algorithm.</a:t>
            </a:r>
          </a:p>
          <a:p>
            <a:pPr>
              <a:spcAft>
                <a:spcPts val="1000"/>
              </a:spcAft>
              <a:defRPr sz="1400">
                <a:solidFill>
                  <a:srgbClr val="FFFFFF"/>
                </a:solidFill>
              </a:defRPr>
            </a:pPr>
            <a:r>
              <a:t>Wilson Tee - Dataset &amp; Frontend Lead: Synthetic dataset pipeline, YOLOv26 segmentation model, React + Ant Design web UI.</a:t>
            </a:r>
          </a:p>
          <a:p>
            <a:pPr>
              <a:spcAft>
                <a:spcPts val="1000"/>
              </a:spcAft>
              <a:defRPr sz="1400">
                <a:solidFill>
                  <a:srgbClr val="FFFFFF"/>
                </a:solidFill>
              </a:defRPr>
            </a:pPr>
            <a:r>
              <a:t>Advisors: Prof. Bruce Robins (UCLA Faculty Advisor) &amp; Alvaro Ramirez (Securiport LLC Industry Sponsor).</a:t>
            </a:r>
          </a:p>
        </p:txBody>
      </p:sp>
    </p:spTree>
    <p:extLst>
      <p:ext uri="{BB962C8B-B14F-4D97-AF65-F5344CB8AC3E}">
        <p14:creationId xmlns:p14="http://schemas.microsoft.com/office/powerpoint/2010/main" val="3947211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0DF7-EF63-9D41-8E25-79CF69B247FF}"/>
              </a:ext>
            </a:extLst>
          </p:cNvPr>
          <p:cNvSpPr>
            <a:spLocks noGrp="1"/>
          </p:cNvSpPr>
          <p:nvPr>
            <p:ph type="title"/>
          </p:nvPr>
        </p:nvSpPr>
        <p:spPr/>
        <p:txBody>
          <a:bodyPr/>
          <a:lstStyle/>
          <a:p>
            <a:pPr>
              <a:defRPr b="1" sz="2200">
                <a:solidFill>
                  <a:srgbClr val="FFFFFF"/>
                </a:solidFill>
              </a:defRPr>
            </a:pPr>
            <a:r>
              <a:t>Presentation Agenda</a:t>
            </a:r>
          </a:p>
        </p:txBody>
      </p:sp>
      <p:sp>
        <p:nvSpPr>
          <p:cNvPr id="4" name="Slide Number Placeholder 3">
            <a:extLst>
              <a:ext uri="{FF2B5EF4-FFF2-40B4-BE49-F238E27FC236}">
                <a16:creationId xmlns:a16="http://schemas.microsoft.com/office/drawing/2014/main" id="{398BB789-0DA1-544A-98D4-0EF831132DA3}"/>
              </a:ext>
            </a:extLst>
          </p:cNvPr>
          <p:cNvSpPr>
            <a:spLocks noGrp="1"/>
          </p:cNvSpPr>
          <p:nvPr>
            <p:ph type="sldNum" sz="quarter" idx="4"/>
          </p:nvPr>
        </p:nvSpPr>
        <p:spPr>
          <a:xfrm>
            <a:off x="8249285" y="4773251"/>
            <a:ext cx="548640" cy="123111"/>
          </a:xfrm>
          <a:prstGeom prst="rect">
            <a:avLst/>
          </a:prstGeom>
        </p:spPr>
        <p:txBody>
          <a:bodyPr/>
          <a:lstStyle/>
          <a:p>
            <a:fld id="{8368066F-241F-DA46-A244-6F6C08E1BFA8}" type="slidenum">
              <a:rPr lang="en-US" smtClean="0"/>
              <a:pPr/>
              <a:t>3</a:t>
            </a:fld>
            <a:endParaRPr lang="en-US"/>
          </a:p>
        </p:txBody>
      </p:sp>
      <p:sp>
        <p:nvSpPr>
          <p:cNvPr id="3" name="Text Placeholder 2">
            <a:extLst>
              <a:ext uri="{FF2B5EF4-FFF2-40B4-BE49-F238E27FC236}">
                <a16:creationId xmlns:a16="http://schemas.microsoft.com/office/drawing/2014/main" id="{C8FCE7D0-ADB0-8445-B26D-60BF15AC7B4C}"/>
              </a:ext>
            </a:extLst>
          </p:cNvPr>
          <p:cNvSpPr>
            <a:spLocks noGrp="1"/>
          </p:cNvSpPr>
          <p:nvPr>
            <p:ph type="body" sz="quarter" idx="12"/>
          </p:nvPr>
        </p:nvSpPr>
        <p:spPr/>
        <p:txBody>
          <a:bodyPr wrap="square"/>
          <a:lstStyle/>
          <a:p>
            <a:pPr>
              <a:spcAft>
                <a:spcPts val="1000"/>
              </a:spcAft>
              <a:defRPr sz="1300">
                <a:solidFill>
                  <a:srgbClr val="FFFFFF"/>
                </a:solidFill>
              </a:defRPr>
            </a:pPr>
            <a:r>
              <a:t>01. Problem Statement &amp; Motivation</a:t>
            </a:r>
          </a:p>
          <a:p>
            <a:pPr>
              <a:spcAft>
                <a:spcPts val="1000"/>
              </a:spcAft>
              <a:defRPr sz="1300">
                <a:solidFill>
                  <a:srgbClr val="FFFFFF"/>
                </a:solidFill>
              </a:defRPr>
            </a:pPr>
            <a:r>
              <a:t>02. Project Objectives &amp; Scope</a:t>
            </a:r>
          </a:p>
          <a:p>
            <a:pPr>
              <a:spcAft>
                <a:spcPts val="1000"/>
              </a:spcAft>
              <a:defRPr sz="1300">
                <a:solidFill>
                  <a:srgbClr val="FFFFFF"/>
                </a:solidFill>
              </a:defRPr>
            </a:pPr>
            <a:r>
              <a:t>03. Background &amp; Related Work</a:t>
            </a:r>
          </a:p>
          <a:p>
            <a:pPr>
              <a:spcAft>
                <a:spcPts val="1000"/>
              </a:spcAft>
              <a:defRPr sz="1300">
                <a:solidFill>
                  <a:srgbClr val="FFFFFF"/>
                </a:solidFill>
              </a:defRPr>
            </a:pPr>
            <a:r>
              <a:t>04. System Architecture (5-Stage Pipeline)</a:t>
            </a:r>
          </a:p>
          <a:p>
            <a:pPr>
              <a:spcAft>
                <a:spcPts val="1000"/>
              </a:spcAft>
              <a:defRPr sz="1300">
                <a:solidFill>
                  <a:srgbClr val="FFFFFF"/>
                </a:solidFill>
              </a:defRPr>
            </a:pPr>
            <a:r>
              <a:t>05. Dataset Construction (U-Net &amp; Overlap Bias)</a:t>
            </a:r>
          </a:p>
          <a:p>
            <a:pPr>
              <a:spcAft>
                <a:spcPts val="1000"/>
              </a:spcAft>
              <a:defRPr sz="1300">
                <a:solidFill>
                  <a:srgbClr val="FFFFFF"/>
                </a:solidFill>
              </a:defRPr>
            </a:pPr>
            <a:r>
              <a:t>06. Detection Model Results (YOLOv8 vs YOLOv26)</a:t>
            </a:r>
          </a:p>
          <a:p>
            <a:pPr>
              <a:spcAft>
                <a:spcPts val="1000"/>
              </a:spcAft>
              <a:defRPr sz="1300">
                <a:solidFill>
                  <a:srgbClr val="FFFFFF"/>
                </a:solidFill>
              </a:defRPr>
            </a:pPr>
            <a:r>
              <a:t>07. VLM Extraction Benchmarks &amp; Rotation Robustness</a:t>
            </a:r>
          </a:p>
          <a:p>
            <a:pPr>
              <a:spcAft>
                <a:spcPts val="1000"/>
              </a:spcAft>
              <a:defRPr sz="1300">
                <a:solidFill>
                  <a:srgbClr val="FFFFFF"/>
                </a:solidFill>
              </a:defRPr>
            </a:pPr>
            <a:r>
              <a:t>08. System-Level Evaluation (5 Real Passports)</a:t>
            </a:r>
          </a:p>
          <a:p>
            <a:pPr>
              <a:spcAft>
                <a:spcPts val="1000"/>
              </a:spcAft>
              <a:defRPr sz="1300">
                <a:solidFill>
                  <a:srgbClr val="FFFFFF"/>
                </a:solidFill>
              </a:defRPr>
            </a:pPr>
            <a:r>
              <a:t>09. Live Web Application Demo (React + FastAPI)</a:t>
            </a:r>
          </a:p>
          <a:p>
            <a:pPr>
              <a:spcAft>
                <a:spcPts val="1000"/>
              </a:spcAft>
              <a:defRPr sz="1300">
                <a:solidFill>
                  <a:srgbClr val="FFFFFF"/>
                </a:solidFill>
              </a:defRPr>
            </a:pPr>
            <a:r>
              <a:t>10. Conclusions &amp; Future Work</a:t>
            </a:r>
          </a:p>
        </p:txBody>
      </p:sp>
      <p:graphicFrame>
        <p:nvGraphicFramePr>
          <p:cNvPr id="6" name="Table 5">
            <a:extLst>
              <a:ext uri="{FF2B5EF4-FFF2-40B4-BE49-F238E27FC236}">
                <a16:creationId xmlns:a16="http://schemas.microsoft.com/office/drawing/2014/main" id="{0304DC30-19CE-5D4C-BD9F-DE9DC05C23D0}"/>
              </a:ext>
            </a:extLst>
          </p:cNvPr>
          <p:cNvGraphicFramePr>
            <a:graphicFrameLocks noGrp="1"/>
          </p:cNvGraphicFramePr>
          <p:nvPr>
            <p:extLst>
              <p:ext uri="{D42A27DB-BD31-4B8C-83A1-F6EECF244321}">
                <p14:modId xmlns:p14="http://schemas.microsoft.com/office/powerpoint/2010/main" val="3307366801"/>
              </p:ext>
            </p:extLst>
          </p:nvPr>
        </p:nvGraphicFramePr>
        <p:xfrm>
          <a:off x="731520" y="1920240"/>
          <a:ext cx="7315202" cy="402625"/>
        </p:xfrm>
        <a:graphic>
          <a:graphicData uri="http://schemas.openxmlformats.org/drawingml/2006/table">
            <a:tbl>
              <a:tblPr firstRow="1" bandRow="1">
                <a:tableStyleId>{5C22544A-7EE6-4342-B048-85BDC9FD1C3A}</a:tableStyleId>
              </a:tblPr>
              <a:tblGrid>
                <a:gridCol w="430306">
                  <a:extLst>
                    <a:ext uri="{9D8B030D-6E8A-4147-A177-3AD203B41FA5}">
                      <a16:colId xmlns:a16="http://schemas.microsoft.com/office/drawing/2014/main" val="317341882"/>
                    </a:ext>
                  </a:extLst>
                </a:gridCol>
                <a:gridCol w="430306">
                  <a:extLst>
                    <a:ext uri="{9D8B030D-6E8A-4147-A177-3AD203B41FA5}">
                      <a16:colId xmlns:a16="http://schemas.microsoft.com/office/drawing/2014/main" val="1357308703"/>
                    </a:ext>
                  </a:extLst>
                </a:gridCol>
                <a:gridCol w="430306">
                  <a:extLst>
                    <a:ext uri="{9D8B030D-6E8A-4147-A177-3AD203B41FA5}">
                      <a16:colId xmlns:a16="http://schemas.microsoft.com/office/drawing/2014/main" val="2728349545"/>
                    </a:ext>
                  </a:extLst>
                </a:gridCol>
                <a:gridCol w="430306">
                  <a:extLst>
                    <a:ext uri="{9D8B030D-6E8A-4147-A177-3AD203B41FA5}">
                      <a16:colId xmlns:a16="http://schemas.microsoft.com/office/drawing/2014/main" val="3647752482"/>
                    </a:ext>
                  </a:extLst>
                </a:gridCol>
                <a:gridCol w="430306">
                  <a:extLst>
                    <a:ext uri="{9D8B030D-6E8A-4147-A177-3AD203B41FA5}">
                      <a16:colId xmlns:a16="http://schemas.microsoft.com/office/drawing/2014/main" val="3073194408"/>
                    </a:ext>
                  </a:extLst>
                </a:gridCol>
                <a:gridCol w="430306">
                  <a:extLst>
                    <a:ext uri="{9D8B030D-6E8A-4147-A177-3AD203B41FA5}">
                      <a16:colId xmlns:a16="http://schemas.microsoft.com/office/drawing/2014/main" val="2665410282"/>
                    </a:ext>
                  </a:extLst>
                </a:gridCol>
                <a:gridCol w="430306">
                  <a:extLst>
                    <a:ext uri="{9D8B030D-6E8A-4147-A177-3AD203B41FA5}">
                      <a16:colId xmlns:a16="http://schemas.microsoft.com/office/drawing/2014/main" val="4286841442"/>
                    </a:ext>
                  </a:extLst>
                </a:gridCol>
                <a:gridCol w="430306">
                  <a:extLst>
                    <a:ext uri="{9D8B030D-6E8A-4147-A177-3AD203B41FA5}">
                      <a16:colId xmlns:a16="http://schemas.microsoft.com/office/drawing/2014/main" val="2804131619"/>
                    </a:ext>
                  </a:extLst>
                </a:gridCol>
                <a:gridCol w="430306">
                  <a:extLst>
                    <a:ext uri="{9D8B030D-6E8A-4147-A177-3AD203B41FA5}">
                      <a16:colId xmlns:a16="http://schemas.microsoft.com/office/drawing/2014/main" val="914454216"/>
                    </a:ext>
                  </a:extLst>
                </a:gridCol>
                <a:gridCol w="430306">
                  <a:extLst>
                    <a:ext uri="{9D8B030D-6E8A-4147-A177-3AD203B41FA5}">
                      <a16:colId xmlns:a16="http://schemas.microsoft.com/office/drawing/2014/main" val="1994256524"/>
                    </a:ext>
                  </a:extLst>
                </a:gridCol>
                <a:gridCol w="430306">
                  <a:extLst>
                    <a:ext uri="{9D8B030D-6E8A-4147-A177-3AD203B41FA5}">
                      <a16:colId xmlns:a16="http://schemas.microsoft.com/office/drawing/2014/main" val="2401755379"/>
                    </a:ext>
                  </a:extLst>
                </a:gridCol>
                <a:gridCol w="430306">
                  <a:extLst>
                    <a:ext uri="{9D8B030D-6E8A-4147-A177-3AD203B41FA5}">
                      <a16:colId xmlns:a16="http://schemas.microsoft.com/office/drawing/2014/main" val="1684929454"/>
                    </a:ext>
                  </a:extLst>
                </a:gridCol>
                <a:gridCol w="430306">
                  <a:extLst>
                    <a:ext uri="{9D8B030D-6E8A-4147-A177-3AD203B41FA5}">
                      <a16:colId xmlns:a16="http://schemas.microsoft.com/office/drawing/2014/main" val="317108296"/>
                    </a:ext>
                  </a:extLst>
                </a:gridCol>
                <a:gridCol w="430306">
                  <a:extLst>
                    <a:ext uri="{9D8B030D-6E8A-4147-A177-3AD203B41FA5}">
                      <a16:colId xmlns:a16="http://schemas.microsoft.com/office/drawing/2014/main" val="2594124461"/>
                    </a:ext>
                  </a:extLst>
                </a:gridCol>
                <a:gridCol w="430306">
                  <a:extLst>
                    <a:ext uri="{9D8B030D-6E8A-4147-A177-3AD203B41FA5}">
                      <a16:colId xmlns:a16="http://schemas.microsoft.com/office/drawing/2014/main" val="2376156572"/>
                    </a:ext>
                  </a:extLst>
                </a:gridCol>
                <a:gridCol w="430306">
                  <a:extLst>
                    <a:ext uri="{9D8B030D-6E8A-4147-A177-3AD203B41FA5}">
                      <a16:colId xmlns:a16="http://schemas.microsoft.com/office/drawing/2014/main" val="1377354017"/>
                    </a:ext>
                  </a:extLst>
                </a:gridCol>
                <a:gridCol w="430306">
                  <a:extLst>
                    <a:ext uri="{9D8B030D-6E8A-4147-A177-3AD203B41FA5}">
                      <a16:colId xmlns:a16="http://schemas.microsoft.com/office/drawing/2014/main" val="1328287123"/>
                    </a:ext>
                  </a:extLst>
                </a:gridCol>
              </a:tblGrid>
              <a:tr h="155853">
                <a:tc>
                  <a:txBody>
                    <a:bodyPr/>
                    <a:lstStyle/>
                    <a:p>
                      <a:pPr algn="ctr"/>
                      <a:r>
                        <a:rPr lang="en-US" sz="1000" dirty="0">
                          <a:solidFill>
                            <a:srgbClr val="FFFFFF"/>
                          </a:solidFill>
                        </a:rPr>
                        <a:t>Jan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noFill/>
                  </a:tcPr>
                </a:tc>
                <a:tc>
                  <a:txBody>
                    <a:bodyPr/>
                    <a:lstStyle/>
                    <a:p>
                      <a:pPr algn="ctr"/>
                      <a:r>
                        <a:rPr lang="en-US" sz="1000" dirty="0">
                          <a:solidFill>
                            <a:srgbClr val="FFFFFF"/>
                          </a:solidFill>
                        </a:rPr>
                        <a:t>Feb</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Mar</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Apr</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May</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Jun</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Jul</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Aug</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Sep</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Oct</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Nov</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Dec</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Jan</a:t>
                      </a:r>
                    </a:p>
                  </a:txBody>
                  <a:tcPr marL="0" marR="0" marT="0" marB="0" anchor="ctr">
                    <a:lnL w="12700" cmpd="sng">
                      <a:noFill/>
                    </a:lnL>
                    <a:lnR w="12700" cap="flat" cmpd="sng" algn="ctr">
                      <a:noFill/>
                      <a:prstDash val="solid"/>
                      <a:round/>
                      <a:headEnd type="none" w="med" len="med"/>
                      <a:tailEnd type="none" w="med" len="med"/>
                    </a:lnR>
                    <a:lnT w="12700" cmpd="sng">
                      <a:noFill/>
                    </a:lnT>
                    <a:lnB w="38100" cmpd="sng">
                      <a:noFill/>
                    </a:lnB>
                    <a:noFill/>
                  </a:tcPr>
                </a:tc>
                <a:tc>
                  <a:txBody>
                    <a:bodyPr/>
                    <a:lstStyle/>
                    <a:p>
                      <a:pPr algn="ctr"/>
                      <a:r>
                        <a:rPr lang="en-US" sz="1000" dirty="0">
                          <a:solidFill>
                            <a:srgbClr val="FFFFFF"/>
                          </a:solidFill>
                        </a:rPr>
                        <a:t>Feb</a:t>
                      </a:r>
                    </a:p>
                  </a:txBody>
                  <a:tcPr marL="0" marR="0" marT="0" marB="0" anchor="ctr">
                    <a:lnL w="12700" cap="flat" cmpd="sng" algn="ctr">
                      <a:noFill/>
                      <a:prstDash val="solid"/>
                      <a:round/>
                      <a:headEnd type="none" w="med" len="med"/>
                      <a:tailEnd type="none" w="med" len="med"/>
                    </a:lnL>
                    <a:lnR w="12700" cmpd="sng">
                      <a:noFill/>
                    </a:lnR>
                    <a:lnT w="12700" cmpd="sng">
                      <a:noFill/>
                    </a:lnT>
                    <a:lnB w="38100" cmpd="sng">
                      <a:noFill/>
                    </a:lnB>
                    <a:noFill/>
                  </a:tcPr>
                </a:tc>
                <a:tc>
                  <a:txBody>
                    <a:bodyPr/>
                    <a:lstStyle/>
                    <a:p>
                      <a:pPr algn="ctr"/>
                      <a:r>
                        <a:rPr lang="en-US" sz="1000" dirty="0">
                          <a:solidFill>
                            <a:srgbClr val="FFFFFF"/>
                          </a:solidFill>
                        </a:rPr>
                        <a:t>Mar</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Apr</a:t>
                      </a:r>
                    </a:p>
                  </a:txBody>
                  <a:tcPr marL="0" marR="0" marT="0" marB="0" anchor="ctr">
                    <a:lnL w="12700" cmpd="sng">
                      <a:noFill/>
                    </a:lnL>
                    <a:lnR w="12700" cmpd="sng">
                      <a:noFill/>
                    </a:lnR>
                    <a:lnT w="12700" cmpd="sng">
                      <a:noFill/>
                    </a:lnT>
                    <a:lnB w="38100" cmpd="sng">
                      <a:noFill/>
                    </a:lnB>
                    <a:noFill/>
                  </a:tcPr>
                </a:tc>
                <a:tc>
                  <a:txBody>
                    <a:bodyPr/>
                    <a:lstStyle/>
                    <a:p>
                      <a:pPr algn="ctr"/>
                      <a:r>
                        <a:rPr lang="en-US" sz="1000" dirty="0">
                          <a:solidFill>
                            <a:srgbClr val="FFFFFF"/>
                          </a:solidFill>
                        </a:rPr>
                        <a:t>May</a:t>
                      </a:r>
                    </a:p>
                  </a:txBody>
                  <a:tcPr marL="0" marR="0" marT="0" marB="0" anchor="ctr">
                    <a:lnL w="12700" cmpd="sng">
                      <a:noFill/>
                    </a:lnL>
                    <a:lnR w="6350" cap="flat" cmpd="sng" algn="ctr">
                      <a:noFill/>
                      <a:prstDash val="solid"/>
                      <a:round/>
                      <a:headEnd type="none" w="med" len="med"/>
                      <a:tailEnd type="none" w="med" len="med"/>
                    </a:lnR>
                    <a:lnT w="12700" cmpd="sng">
                      <a:noFill/>
                    </a:lnT>
                    <a:lnB w="38100" cmpd="sng">
                      <a:noFill/>
                    </a:lnB>
                    <a:noFill/>
                  </a:tcPr>
                </a:tc>
                <a:extLst>
                  <a:ext uri="{0D108BD9-81ED-4DB2-BD59-A6C34878D82A}">
                    <a16:rowId xmlns:a16="http://schemas.microsoft.com/office/drawing/2014/main" val="594870221"/>
                  </a:ext>
                </a:extLst>
              </a:tr>
              <a:tr h="115733">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38100" cmpd="sng">
                      <a:noFill/>
                    </a:lnT>
                    <a:lnB w="12700" cap="flat" cmpd="sng" algn="ctr">
                      <a:solidFill>
                        <a:srgbClr val="FFD100"/>
                      </a:solidFill>
                      <a:prstDash val="solid"/>
                      <a:round/>
                      <a:headEnd type="none" w="med" len="med"/>
                      <a:tailEnd type="none" w="med" len="med"/>
                    </a:lnB>
                    <a:noFill/>
                  </a:tcPr>
                </a:tc>
                <a:extLst>
                  <a:ext uri="{0D108BD9-81ED-4DB2-BD59-A6C34878D82A}">
                    <a16:rowId xmlns:a16="http://schemas.microsoft.com/office/drawing/2014/main" val="350990268"/>
                  </a:ext>
                </a:extLst>
              </a:tr>
              <a:tr h="131039">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tc>
                  <a:txBody>
                    <a:bodyPr/>
                    <a:lstStyle/>
                    <a:p>
                      <a:pPr algn="ctr"/>
                      <a:endParaRPr lang="en-US" sz="300" dirty="0"/>
                    </a:p>
                  </a:txBody>
                  <a:tcPr marL="0" marR="0" marT="0" marB="0" anchor="ctr">
                    <a:lnL w="12700" cap="flat" cmpd="sng" algn="ctr">
                      <a:solidFill>
                        <a:srgbClr val="FFD100"/>
                      </a:solidFill>
                      <a:prstDash val="solid"/>
                      <a:round/>
                      <a:headEnd type="none" w="med" len="med"/>
                      <a:tailEnd type="none" w="med" len="med"/>
                    </a:lnL>
                    <a:lnR w="12700" cap="flat" cmpd="sng" algn="ctr">
                      <a:solidFill>
                        <a:srgbClr val="FFD100"/>
                      </a:solidFill>
                      <a:prstDash val="solid"/>
                      <a:round/>
                      <a:headEnd type="none" w="med" len="med"/>
                      <a:tailEnd type="none" w="med" len="med"/>
                    </a:lnR>
                    <a:lnT w="12700" cap="flat" cmpd="sng" algn="ctr">
                      <a:solidFill>
                        <a:srgbClr val="FFD100"/>
                      </a:solidFill>
                      <a:prstDash val="solid"/>
                      <a:round/>
                      <a:headEnd type="none" w="med" len="med"/>
                      <a:tailEnd type="none" w="med" len="med"/>
                    </a:lnT>
                    <a:lnB w="12700" cmpd="sng">
                      <a:noFill/>
                    </a:lnB>
                    <a:noFill/>
                  </a:tcPr>
                </a:tc>
                <a:extLst>
                  <a:ext uri="{0D108BD9-81ED-4DB2-BD59-A6C34878D82A}">
                    <a16:rowId xmlns:a16="http://schemas.microsoft.com/office/drawing/2014/main" val="982017573"/>
                  </a:ext>
                </a:extLst>
              </a:tr>
            </a:tbl>
          </a:graphicData>
        </a:graphic>
      </p:graphicFrame>
      <p:sp>
        <p:nvSpPr>
          <p:cNvPr id="8" name="TextBox 7">
            <a:extLst>
              <a:ext uri="{FF2B5EF4-FFF2-40B4-BE49-F238E27FC236}">
                <a16:creationId xmlns:a16="http://schemas.microsoft.com/office/drawing/2014/main" id="{F733EC37-D14E-014A-9640-BA6E87F4B08E}"/>
              </a:ext>
            </a:extLst>
          </p:cNvPr>
          <p:cNvSpPr txBox="1"/>
          <p:nvPr/>
        </p:nvSpPr>
        <p:spPr>
          <a:xfrm>
            <a:off x="736731" y="2488818"/>
            <a:ext cx="856715" cy="276999"/>
          </a:xfrm>
          <a:prstGeom prst="rect">
            <a:avLst/>
          </a:prstGeom>
          <a:solidFill>
            <a:srgbClr val="FFD100"/>
          </a:solidFill>
        </p:spPr>
        <p:txBody>
          <a:bodyPr wrap="square" lIns="0" tIns="45720" rIns="0" bIns="45720" rtlCol="0" anchor="ctr" anchorCtr="0">
            <a:spAutoFit/>
          </a:bodyPr>
          <a:lstStyle/>
          <a:p>
            <a:pPr>
              <a:spcAft>
                <a:spcPts val="1000"/>
              </a:spcAft>
              <a:defRPr sz="1400">
                <a:solidFill>
                  <a:srgbClr val="FFFFFF"/>
                </a:solidFill>
              </a:defRPr>
            </a:pPr>
            <a:r>
              <a:t>01. Problem Statement &amp; Motivation</a:t>
            </a:r>
          </a:p>
          <a:p>
            <a:pPr>
              <a:spcAft>
                <a:spcPts val="1000"/>
              </a:spcAft>
              <a:defRPr sz="1400">
                <a:solidFill>
                  <a:srgbClr val="FFFFFF"/>
                </a:solidFill>
              </a:defRPr>
            </a:pPr>
            <a:r>
              <a:t>02. Project Objectives &amp; Scope</a:t>
            </a:r>
          </a:p>
          <a:p>
            <a:pPr>
              <a:spcAft>
                <a:spcPts val="1000"/>
              </a:spcAft>
              <a:defRPr sz="1400">
                <a:solidFill>
                  <a:srgbClr val="FFFFFF"/>
                </a:solidFill>
              </a:defRPr>
            </a:pPr>
            <a:r>
              <a:t>03. Background &amp; Related Work</a:t>
            </a:r>
          </a:p>
          <a:p>
            <a:pPr>
              <a:spcAft>
                <a:spcPts val="1000"/>
              </a:spcAft>
              <a:defRPr sz="1400">
                <a:solidFill>
                  <a:srgbClr val="FFFFFF"/>
                </a:solidFill>
              </a:defRPr>
            </a:pPr>
            <a:r>
              <a:t>04. System Architecture (5-Stage Pipeline)</a:t>
            </a:r>
          </a:p>
          <a:p>
            <a:pPr>
              <a:spcAft>
                <a:spcPts val="1000"/>
              </a:spcAft>
              <a:defRPr sz="1400">
                <a:solidFill>
                  <a:srgbClr val="FFFFFF"/>
                </a:solidFill>
              </a:defRPr>
            </a:pPr>
            <a:r>
              <a:t>05. Dataset Construction (U-Net &amp; Overlap Bias)</a:t>
            </a:r>
          </a:p>
          <a:p>
            <a:pPr>
              <a:spcAft>
                <a:spcPts val="1000"/>
              </a:spcAft>
              <a:defRPr sz="1400">
                <a:solidFill>
                  <a:srgbClr val="FFFFFF"/>
                </a:solidFill>
              </a:defRPr>
            </a:pPr>
            <a:r>
              <a:t>06. Detection Model Results (YOLOv8 vs YOLOv26)</a:t>
            </a:r>
          </a:p>
          <a:p>
            <a:pPr>
              <a:spcAft>
                <a:spcPts val="1000"/>
              </a:spcAft>
              <a:defRPr sz="1400">
                <a:solidFill>
                  <a:srgbClr val="FFFFFF"/>
                </a:solidFill>
              </a:defRPr>
            </a:pPr>
            <a:r>
              <a:t>07. VLM Extraction Benchmarks &amp; Rotation Robustness</a:t>
            </a:r>
          </a:p>
          <a:p>
            <a:pPr>
              <a:spcAft>
                <a:spcPts val="1000"/>
              </a:spcAft>
              <a:defRPr sz="1400">
                <a:solidFill>
                  <a:srgbClr val="FFFFFF"/>
                </a:solidFill>
              </a:defRPr>
            </a:pPr>
            <a:r>
              <a:t>08. System-Level Evaluation (5 Real Passports)</a:t>
            </a:r>
          </a:p>
          <a:p>
            <a:pPr>
              <a:spcAft>
                <a:spcPts val="1000"/>
              </a:spcAft>
              <a:defRPr sz="1400">
                <a:solidFill>
                  <a:srgbClr val="FFFFFF"/>
                </a:solidFill>
              </a:defRPr>
            </a:pPr>
            <a:r>
              <a:t>09. Live Web Application Demo (React + FastAPI)</a:t>
            </a:r>
          </a:p>
          <a:p>
            <a:pPr>
              <a:spcAft>
                <a:spcPts val="1000"/>
              </a:spcAft>
              <a:defRPr sz="1400">
                <a:solidFill>
                  <a:srgbClr val="FFFFFF"/>
                </a:solidFill>
              </a:defRPr>
            </a:pPr>
            <a:r>
              <a:t>10. Conclusions &amp; Future Work</a:t>
            </a:r>
          </a:p>
        </p:txBody>
      </p:sp>
      <p:sp>
        <p:nvSpPr>
          <p:cNvPr id="9" name="TextBox 8">
            <a:extLst>
              <a:ext uri="{FF2B5EF4-FFF2-40B4-BE49-F238E27FC236}">
                <a16:creationId xmlns:a16="http://schemas.microsoft.com/office/drawing/2014/main" id="{D1613F05-CDDD-9F47-B96C-F61D4B012C71}"/>
              </a:ext>
            </a:extLst>
          </p:cNvPr>
          <p:cNvSpPr txBox="1"/>
          <p:nvPr/>
        </p:nvSpPr>
        <p:spPr>
          <a:xfrm>
            <a:off x="1593448" y="2765817"/>
            <a:ext cx="1691294" cy="276999"/>
          </a:xfrm>
          <a:prstGeom prst="rect">
            <a:avLst/>
          </a:prstGeom>
          <a:solidFill>
            <a:srgbClr val="FFD100"/>
          </a:solidFill>
        </p:spPr>
        <p:txBody>
          <a:bodyPr wrap="square" lIns="0" tIns="45720" rIns="0" bIns="45720" rtlCol="0" anchor="ctr" anchorCtr="0">
            <a:spAutoFit/>
          </a:bodyPr>
          <a:lstStyle/>
          <a:p>
            <a:pPr algn="ctr"/>
            <a:r>
              <a:rPr lang="en-US" sz="1200" b="1" dirty="0">
                <a:solidFill>
                  <a:srgbClr val="2774AE"/>
                </a:solidFill>
              </a:rPr>
              <a:t>Label</a:t>
            </a:r>
          </a:p>
        </p:txBody>
      </p:sp>
      <p:sp>
        <p:nvSpPr>
          <p:cNvPr id="10" name="TextBox 9">
            <a:extLst>
              <a:ext uri="{FF2B5EF4-FFF2-40B4-BE49-F238E27FC236}">
                <a16:creationId xmlns:a16="http://schemas.microsoft.com/office/drawing/2014/main" id="{F9F934E2-3FC2-1946-B699-B18A3DAB11E6}"/>
              </a:ext>
            </a:extLst>
          </p:cNvPr>
          <p:cNvSpPr txBox="1"/>
          <p:nvPr/>
        </p:nvSpPr>
        <p:spPr>
          <a:xfrm>
            <a:off x="3284744" y="3042816"/>
            <a:ext cx="1292532" cy="276999"/>
          </a:xfrm>
          <a:prstGeom prst="rect">
            <a:avLst/>
          </a:prstGeom>
          <a:solidFill>
            <a:srgbClr val="FFD100"/>
          </a:solidFill>
        </p:spPr>
        <p:txBody>
          <a:bodyPr wrap="square" lIns="0" tIns="45720" rIns="0" bIns="45720" rtlCol="0" anchor="ctr" anchorCtr="0">
            <a:spAutoFit/>
          </a:bodyPr>
          <a:lstStyle/>
          <a:p>
            <a:pPr algn="ctr"/>
            <a:r>
              <a:rPr lang="en-US" sz="1200" b="1" dirty="0">
                <a:solidFill>
                  <a:srgbClr val="2774AE"/>
                </a:solidFill>
              </a:rPr>
              <a:t>Label</a:t>
            </a:r>
          </a:p>
        </p:txBody>
      </p:sp>
      <p:sp>
        <p:nvSpPr>
          <p:cNvPr id="11" name="TextBox 10">
            <a:extLst>
              <a:ext uri="{FF2B5EF4-FFF2-40B4-BE49-F238E27FC236}">
                <a16:creationId xmlns:a16="http://schemas.microsoft.com/office/drawing/2014/main" id="{EE1EA1FF-ECBF-8343-BAE0-B35D81999136}"/>
              </a:ext>
            </a:extLst>
          </p:cNvPr>
          <p:cNvSpPr txBox="1"/>
          <p:nvPr/>
        </p:nvSpPr>
        <p:spPr>
          <a:xfrm>
            <a:off x="4577278" y="3319815"/>
            <a:ext cx="3469442" cy="276999"/>
          </a:xfrm>
          <a:prstGeom prst="rect">
            <a:avLst/>
          </a:prstGeom>
          <a:solidFill>
            <a:srgbClr val="FFD100"/>
          </a:solidFill>
        </p:spPr>
        <p:txBody>
          <a:bodyPr wrap="square" lIns="0" tIns="45720" rIns="0" bIns="45720" rtlCol="0" anchor="ctr" anchorCtr="0">
            <a:spAutoFit/>
          </a:bodyPr>
          <a:lstStyle/>
          <a:p>
            <a:pPr algn="ctr"/>
            <a:r>
              <a:rPr lang="en-US" sz="1200" b="1" dirty="0">
                <a:solidFill>
                  <a:srgbClr val="2774AE"/>
                </a:solidFill>
              </a:rPr>
              <a:t>Label</a:t>
            </a:r>
          </a:p>
        </p:txBody>
      </p:sp>
      <p:sp>
        <p:nvSpPr>
          <p:cNvPr id="12" name="Right Arrow 11">
            <a:extLst>
              <a:ext uri="{FF2B5EF4-FFF2-40B4-BE49-F238E27FC236}">
                <a16:creationId xmlns:a16="http://schemas.microsoft.com/office/drawing/2014/main" id="{55B46AE4-0BF1-1849-AB0A-0B749D1AB402}"/>
              </a:ext>
            </a:extLst>
          </p:cNvPr>
          <p:cNvSpPr/>
          <p:nvPr/>
        </p:nvSpPr>
        <p:spPr>
          <a:xfrm>
            <a:off x="7679521" y="3322494"/>
            <a:ext cx="687519" cy="274320"/>
          </a:xfrm>
          <a:prstGeom prst="rightArrow">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Tree>
    <p:extLst>
      <p:ext uri="{BB962C8B-B14F-4D97-AF65-F5344CB8AC3E}">
        <p14:creationId xmlns:p14="http://schemas.microsoft.com/office/powerpoint/2010/main" val="337039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904E-2EF1-354F-8041-E0324C99BF34}"/>
              </a:ext>
            </a:extLst>
          </p:cNvPr>
          <p:cNvSpPr>
            <a:spLocks noGrp="1"/>
          </p:cNvSpPr>
          <p:nvPr>
            <p:ph type="ctrTitle"/>
          </p:nvPr>
        </p:nvSpPr>
        <p:spPr/>
        <p:txBody>
          <a:bodyPr/>
          <a:lstStyle/>
          <a:p>
            <a:pPr>
              <a:defRPr b="1" sz="2200">
                <a:solidFill>
                  <a:srgbClr val="FFFFFF"/>
                </a:solidFill>
              </a:defRPr>
            </a:pPr>
            <a:r>
              <a:t>The Problem Statement</a:t>
            </a:r>
          </a:p>
        </p:txBody>
      </p:sp>
      <p:sp>
        <p:nvSpPr>
          <p:cNvPr id="4" name="Slide Number Placeholder 3">
            <a:extLst>
              <a:ext uri="{FF2B5EF4-FFF2-40B4-BE49-F238E27FC236}">
                <a16:creationId xmlns:a16="http://schemas.microsoft.com/office/drawing/2014/main" id="{F1F25DC7-06F5-014E-B9B9-CC03993D04D1}"/>
              </a:ext>
            </a:extLst>
          </p:cNvPr>
          <p:cNvSpPr>
            <a:spLocks noGrp="1"/>
          </p:cNvSpPr>
          <p:nvPr>
            <p:ph type="sldNum" sz="quarter" idx="4"/>
          </p:nvPr>
        </p:nvSpPr>
        <p:spPr>
          <a:xfrm>
            <a:off x="8249285" y="4773251"/>
            <a:ext cx="548640" cy="123111"/>
          </a:xfrm>
          <a:prstGeom prst="rect">
            <a:avLst/>
          </a:prstGeom>
        </p:spPr>
        <p:txBody>
          <a:bodyPr/>
          <a:lstStyle/>
          <a:p>
            <a:fld id="{8368066F-241F-DA46-A244-6F6C08E1BFA8}" type="slidenum">
              <a:rPr lang="en-US" smtClean="0"/>
              <a:pPr/>
              <a:t>4</a:t>
            </a:fld>
            <a:endParaRPr lang="en-US"/>
          </a:p>
        </p:txBody>
      </p:sp>
      <p:sp>
        <p:nvSpPr>
          <p:cNvPr id="5" name="TextBox 4"/>
          <p:cNvSpPr txBox="1"/>
          <p:nvPr/>
        </p:nvSpPr>
        <p:spPr>
          <a:xfrm>
            <a:off x="914400" y="1645920"/>
            <a:ext cx="10058400" cy="4389120"/>
          </a:xfrm>
          <a:prstGeom prst="rect">
            <a:avLst/>
          </a:prstGeom>
          <a:noFill/>
        </p:spPr>
        <p:txBody>
          <a:bodyPr wrap="square">
            <a:spAutoFit/>
          </a:bodyPr>
          <a:lstStyle/>
          <a:p>
            <a:pPr>
              <a:spcAft>
                <a:spcPts val="1000"/>
              </a:spcAft>
              <a:defRPr sz="1400">
                <a:solidFill>
                  <a:srgbClr val="FFFFFF"/>
                </a:solidFill>
              </a:defRPr>
            </a:pPr>
            <a:r>
              <a:t>Processing Bottleneck: Passport stamps are placed non-chronologically across multiple pages. Manual cross-referencing is extremely slow.</a:t>
            </a:r>
          </a:p>
          <a:p>
            <a:pPr>
              <a:spcAft>
                <a:spcPts val="1000"/>
              </a:spcAft>
              <a:defRPr sz="1400">
                <a:solidFill>
                  <a:srgbClr val="FFFFFF"/>
                </a:solidFill>
              </a:defRPr>
            </a:pPr>
            <a:r>
              <a:t>Diversity &amp; Degradation: 190+ countries, faded ink, blurred seals, overlapping stamps, and arbitrary rotation angles degrade classic OCR.</a:t>
            </a:r>
          </a:p>
          <a:p>
            <a:pPr>
              <a:spcAft>
                <a:spcPts val="1000"/>
              </a:spcAft>
              <a:defRPr sz="1400">
                <a:solidFill>
                  <a:srgbClr val="FFFFFF"/>
                </a:solidFill>
              </a:defRPr>
            </a:pPr>
            <a:r>
              <a:t>Industry Need (Securiport): Automated document intelligence solution to extract entry/exit events and present a reviewable timeline.</a:t>
            </a:r>
          </a:p>
          <a:p>
            <a:pPr>
              <a:spcAft>
                <a:spcPts val="1000"/>
              </a:spcAft>
              <a:defRPr sz="1400">
                <a:solidFill>
                  <a:srgbClr val="FFFFFF"/>
                </a:solidFill>
              </a:defRPr>
            </a:pPr>
            <a:r>
              <a:t>Research Gap: Prior work (Zaaboub et al. 2020) relies on rigid classifiers that fail on real-world degraded &amp; overlapping stamps.</a:t>
            </a:r>
          </a:p>
        </p:txBody>
      </p:sp>
      <p:sp>
        <p:nvSpPr>
          <p:cNvPr id="6" name="TextBox 5"/>
          <p:cNvSpPr txBox="1"/>
          <p:nvPr/>
        </p:nvSpPr>
        <p:spPr>
          <a:xfrm>
            <a:off x="731520" y="1645920"/>
            <a:ext cx="10515600" cy="4389120"/>
          </a:xfrm>
          <a:prstGeom prst="rect">
            <a:avLst/>
          </a:prstGeom>
          <a:noFill/>
        </p:spPr>
        <p:txBody>
          <a:bodyPr wrap="square">
            <a:spAutoFit/>
          </a:bodyPr>
          <a:lstStyle/>
          <a:p>
            <a:pPr>
              <a:spcAft>
                <a:spcPts val="1000"/>
              </a:spcAft>
              <a:defRPr sz="1400">
                <a:solidFill>
                  <a:srgbClr val="FFFFFF"/>
                </a:solidFill>
              </a:defRPr>
            </a:pPr>
            <a:r>
              <a:t>Processing Bottleneck: Passport stamps are placed non-chronologically across multiple pages. Manual cross-referencing is extremely slow.</a:t>
            </a:r>
          </a:p>
          <a:p>
            <a:pPr>
              <a:spcAft>
                <a:spcPts val="1000"/>
              </a:spcAft>
              <a:defRPr sz="1400">
                <a:solidFill>
                  <a:srgbClr val="FFFFFF"/>
                </a:solidFill>
              </a:defRPr>
            </a:pPr>
            <a:r>
              <a:t>Diversity &amp; Degradation: 190+ countries, faded ink, blurred seals, overlapping stamps, and arbitrary rotation angles degrade classic OCR.</a:t>
            </a:r>
          </a:p>
          <a:p>
            <a:pPr>
              <a:spcAft>
                <a:spcPts val="1000"/>
              </a:spcAft>
              <a:defRPr sz="1400">
                <a:solidFill>
                  <a:srgbClr val="FFFFFF"/>
                </a:solidFill>
              </a:defRPr>
            </a:pPr>
            <a:r>
              <a:t>Industry Need (Securiport): Automated document intelligence solution to extract entry/exit events and present a reviewable timeline.</a:t>
            </a:r>
          </a:p>
          <a:p>
            <a:pPr>
              <a:spcAft>
                <a:spcPts val="1000"/>
              </a:spcAft>
              <a:defRPr sz="1400">
                <a:solidFill>
                  <a:srgbClr val="FFFFFF"/>
                </a:solidFill>
              </a:defRPr>
            </a:pPr>
            <a:r>
              <a:t>Research Gap: Prior work (Zaaboub et al. 2020) relies on rigid classifiers that fail on real-world degraded &amp; overlapping stamps.</a:t>
            </a:r>
          </a:p>
        </p:txBody>
      </p:sp>
      <p:sp>
        <p:nvSpPr>
          <p:cNvPr id="7" name="TextBox 6"/>
          <p:cNvSpPr txBox="1"/>
          <p:nvPr/>
        </p:nvSpPr>
        <p:spPr>
          <a:xfrm>
            <a:off x="731520" y="1645920"/>
            <a:ext cx="10515600" cy="4389120"/>
          </a:xfrm>
          <a:prstGeom prst="rect">
            <a:avLst/>
          </a:prstGeom>
          <a:noFill/>
        </p:spPr>
        <p:txBody>
          <a:bodyPr wrap="square">
            <a:spAutoFit/>
          </a:bodyPr>
          <a:lstStyle/>
          <a:p>
            <a:pPr>
              <a:spcAft>
                <a:spcPts val="1000"/>
              </a:spcAft>
              <a:defRPr sz="1300">
                <a:solidFill>
                  <a:srgbClr val="FFFFFF"/>
                </a:solidFill>
              </a:defRPr>
            </a:pPr>
            <a:r>
              <a:t>Processing Bottleneck: Passport stamps are placed non-chronologically across multiple pages. Manual cross-referencing is extremely slow.</a:t>
            </a:r>
          </a:p>
          <a:p>
            <a:pPr>
              <a:spcAft>
                <a:spcPts val="1000"/>
              </a:spcAft>
              <a:defRPr sz="1300">
                <a:solidFill>
                  <a:srgbClr val="FFFFFF"/>
                </a:solidFill>
              </a:defRPr>
            </a:pPr>
            <a:r>
              <a:t>Diversity &amp; Degradation: 190+ countries, faded ink, blurred seals, overlapping stamps, and arbitrary rotation angles degrade classic OCR.</a:t>
            </a:r>
          </a:p>
          <a:p>
            <a:pPr>
              <a:spcAft>
                <a:spcPts val="1000"/>
              </a:spcAft>
              <a:defRPr sz="1300">
                <a:solidFill>
                  <a:srgbClr val="FFFFFF"/>
                </a:solidFill>
              </a:defRPr>
            </a:pPr>
            <a:r>
              <a:t>Industry Need (Securiport): Automated document intelligence solution to extract entry/exit events and present a reviewable timeline.</a:t>
            </a:r>
          </a:p>
          <a:p>
            <a:pPr>
              <a:spcAft>
                <a:spcPts val="1000"/>
              </a:spcAft>
              <a:defRPr sz="1300">
                <a:solidFill>
                  <a:srgbClr val="FFFFFF"/>
                </a:solidFill>
              </a:defRPr>
            </a:pPr>
            <a:r>
              <a:t>Research Gap: Prior work (Zaaboub et al. 2020) relies on rigid classifiers that fail on real-world degraded &amp; overlapping stamps.</a:t>
            </a:r>
          </a:p>
        </p:txBody>
      </p:sp>
    </p:spTree>
    <p:extLst>
      <p:ext uri="{BB962C8B-B14F-4D97-AF65-F5344CB8AC3E}">
        <p14:creationId xmlns:p14="http://schemas.microsoft.com/office/powerpoint/2010/main" val="1841280449"/>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Objectives &amp; Scope</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01. Synthetic Dataset: Generated 5,000 synthetic training images using 871 stamps recovered via U-Net segmentation.</a:t>
            </a:r>
          </a:p>
          <a:p>
            <a:pPr>
              <a:spcAft>
                <a:spcPts val="1000"/>
              </a:spcAft>
              <a:defRPr sz="1300">
                <a:solidFill>
                  <a:srgbClr val="FFFFFF"/>
                </a:solidFill>
              </a:defRPr>
            </a:pPr>
            <a:r>
              <a:t>02. Instance Segmentation Model: Trained YOLOv26s-seg with 4-rotation strategy for orientation-robust stamp localization.</a:t>
            </a:r>
          </a:p>
          <a:p>
            <a:pPr>
              <a:spcAft>
                <a:spcPts val="1000"/>
              </a:spcAft>
              <a:defRPr sz="1300">
                <a:solidFill>
                  <a:srgbClr val="FFFFFF"/>
                </a:solidFill>
              </a:defRPr>
            </a:pPr>
            <a:r>
              <a:t>03. VLM Extraction Layer: Config-driven VLM layer extracting structured JSON (date, country, entry/exit direction).</a:t>
            </a:r>
          </a:p>
          <a:p>
            <a:pPr>
              <a:spcAft>
                <a:spcPts val="1000"/>
              </a:spcAft>
              <a:defRPr sz="1300">
                <a:solidFill>
                  <a:srgbClr val="FFFFFF"/>
                </a:solidFill>
              </a:defRPr>
            </a:pPr>
            <a:r>
              <a:t>04. Human-in-the-Loop Web App: React + FastAPI web dashboard with interactive timeline table, SVG overlays, and edit loop.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Background &amp; Related Work</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Object Detection &amp; Document AI: YOLO family (Redmon 2016 -&gt; YOLOv26 2025) for real-time localization. LayoutLM &amp; Donut (Xu 2020, Kim 2022) for VDU.</a:t>
            </a:r>
          </a:p>
          <a:p>
            <a:pPr>
              <a:spcAft>
                <a:spcPts val="1000"/>
              </a:spcAft>
              <a:defRPr sz="1300">
                <a:solidFill>
                  <a:srgbClr val="FFFFFF"/>
                </a:solidFill>
              </a:defRPr>
            </a:pPr>
            <a:r>
              <a:t>Limitations of Traditional Pipelines: Multistage OCR (Tesseract, Paddle) degrades on rotated, ink-faded, and overlapping stamp images.</a:t>
            </a:r>
          </a:p>
          <a:p>
            <a:pPr>
              <a:spcAft>
                <a:spcPts val="1000"/>
              </a:spcAft>
              <a:defRPr sz="1300">
                <a:solidFill>
                  <a:srgbClr val="FFFFFF"/>
                </a:solidFill>
              </a:defRPr>
            </a:pPr>
            <a:r>
              <a:t>Visual Language Models: Claude 3.5 Sonnet, Gemini 1.5 Flash, Qwen2-VL replace brittle OCR engines with joint vision-text reasoning.</a:t>
            </a:r>
          </a:p>
          <a:p>
            <a:pPr>
              <a:spcAft>
                <a:spcPts val="1000"/>
              </a:spcAft>
              <a:defRPr sz="1300">
                <a:solidFill>
                  <a:srgbClr val="FFFFFF"/>
                </a:solidFill>
              </a:defRPr>
            </a:pPr>
            <a:r>
              <a:t>Our Novel Approach: Combine YOLOv26 instance segmentation (stamp localization) with config-driven VLM field extraction.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System Architecture</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Stage 1 - Upload &amp; Rasterization: PyMuPDF splits PDF pages into 300DPI rasters and 96DPI thumbnails.</a:t>
            </a:r>
          </a:p>
          <a:p>
            <a:pPr>
              <a:spcAft>
                <a:spcPts val="1000"/>
              </a:spcAft>
              <a:defRPr sz="1300">
                <a:solidFill>
                  <a:srgbClr val="FFFFFF"/>
                </a:solidFill>
              </a:defRPr>
            </a:pPr>
            <a:r>
              <a:t>Stage 2 - Stamp Detection: YOLOv26s-seg performs 4-rotation inference (0, 90, 180, 270 deg) to extract polygon masks.</a:t>
            </a:r>
          </a:p>
          <a:p>
            <a:pPr>
              <a:spcAft>
                <a:spcPts val="1000"/>
              </a:spcAft>
              <a:defRPr sz="1300">
                <a:solidFill>
                  <a:srgbClr val="FFFFFF"/>
                </a:solidFill>
              </a:defRPr>
            </a:pPr>
            <a:r>
              <a:t>Stage 3 - VLM Extraction: Crop regions fed to BaseExtractor (Claude / Gemini API) returning structured JSON fields.</a:t>
            </a:r>
          </a:p>
          <a:p>
            <a:pPr>
              <a:spcAft>
                <a:spcPts val="1000"/>
              </a:spcAft>
              <a:defRPr sz="1300">
                <a:solidFill>
                  <a:srgbClr val="FFFFFF"/>
                </a:solidFill>
              </a:defRPr>
            </a:pPr>
            <a:r>
              <a:t>Stage 4 - Timeline Reconstruction: Python pairing algorithm matches entry/exit events and flags conflicts.</a:t>
            </a:r>
          </a:p>
          <a:p>
            <a:pPr>
              <a:spcAft>
                <a:spcPts val="1000"/>
              </a:spcAft>
              <a:defRPr sz="1300">
                <a:solidFill>
                  <a:srgbClr val="FFFFFF"/>
                </a:solidFill>
              </a:defRPr>
            </a:pPr>
            <a:r>
              <a:t>Stage 5 - Web Dashboard: React + Ant Design interface allows analysts to verify, edit, and rebuild timelines in real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Synthetic Dataset Construction</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Raw Stamp Scraping: 1,517 raw stamp images collected from Wikimedia Commons.</a:t>
            </a:r>
          </a:p>
          <a:p>
            <a:pPr>
              <a:spcAft>
                <a:spcPts val="1000"/>
              </a:spcAft>
              <a:defRPr sz="1300">
                <a:solidFill>
                  <a:srgbClr val="FFFFFF"/>
                </a:solidFill>
              </a:defRPr>
            </a:pPr>
            <a:r>
              <a:t>U-Net Segmentation: ResNet-34 U-Net recovered 490 stamps beyond Otsu thresholding - doubling stamp library to 871 stamps.</a:t>
            </a:r>
          </a:p>
          <a:p>
            <a:pPr>
              <a:spcAft>
                <a:spcPts val="1000"/>
              </a:spcAft>
              <a:defRPr sz="1300">
                <a:solidFill>
                  <a:srgbClr val="FFFFFF"/>
                </a:solidFill>
              </a:defRPr>
            </a:pPr>
            <a:r>
              <a:t>Synthetic Compositing: 5,000 synthetic pages (4,000 train / 1,000 val) generated with realistic overlap bias.</a:t>
            </a:r>
          </a:p>
          <a:p>
            <a:pPr>
              <a:spcAft>
                <a:spcPts val="1000"/>
              </a:spcAft>
              <a:defRPr sz="1300">
                <a:solidFill>
                  <a:srgbClr val="FFFFFF"/>
                </a:solidFill>
              </a:defRPr>
            </a:pPr>
            <a:r>
              <a:t>Real-World Test Set: 194 real passport pages containing 1,002 hand-labeled stamps for rigorous benchmark evaluation.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Stamp Detection Results</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Synthetic Validation: YOLOv8s achieved mAP50 of 0.9950, mAP50-95 of 0.9784, Precision 0.9983, Recall 0.9968.</a:t>
            </a:r>
          </a:p>
          <a:p>
            <a:pPr>
              <a:spcAft>
                <a:spcPts val="1000"/>
              </a:spcAft>
              <a:defRPr sz="1300">
                <a:solidFill>
                  <a:srgbClr val="FFFFFF"/>
                </a:solidFill>
              </a:defRPr>
            </a:pPr>
            <a:r>
              <a:t>Real-World Baseline (YOLOv8s Box): Real-world recall was 83.3% with an F1 score of 0.859.</a:t>
            </a:r>
          </a:p>
          <a:p>
            <a:pPr>
              <a:spcAft>
                <a:spcPts val="1000"/>
              </a:spcAft>
              <a:defRPr sz="1300">
                <a:solidFill>
                  <a:srgbClr val="FFFFFF"/>
                </a:solidFill>
              </a:defRPr>
            </a:pPr>
            <a:r>
              <a:t>Real-World Upgrade (YOLOv26s-seg): Instance segmentation raised real-world recall to 94.8% (+11.5%) and F1 to 0.927.</a:t>
            </a:r>
          </a:p>
          <a:p>
            <a:pPr>
              <a:spcAft>
                <a:spcPts val="1000"/>
              </a:spcAft>
              <a:defRPr sz="1300">
                <a:solidFill>
                  <a:srgbClr val="FFFFFF"/>
                </a:solidFill>
              </a:defRPr>
            </a:pPr>
            <a:r>
              <a:t>Key Finding: Polygon segmentation masks yield tighter crops, eliminating cross-stamp bounding box contamination.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VLM Extraction Benchmarks</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Field Extraction Accuracy (30 Curated Stamps): Claude 3.5 Sonnet (100%), Gemini 1.5 Flash (100%), Qwen2-VL-2B (~40%).</a:t>
            </a:r>
          </a:p>
          <a:p>
            <a:pPr>
              <a:spcAft>
                <a:spcPts val="1000"/>
              </a:spcAft>
              <a:defRPr sz="1300">
                <a:solidFill>
                  <a:srgbClr val="FFFFFF"/>
                </a:solidFill>
              </a:defRPr>
            </a:pPr>
            <a:r>
              <a:t>Rotation Robustness (Claude Sonnet, 7 Angles): 0-75 deg (High accuracy), 90 deg (Moderate date, High country/direction), 180-220 deg (Degraded).</a:t>
            </a:r>
          </a:p>
          <a:p>
            <a:pPr>
              <a:spcAft>
                <a:spcPts val="1000"/>
              </a:spcAft>
              <a:defRPr sz="1300">
                <a:solidFill>
                  <a:srgbClr val="FFFFFF"/>
                </a:solidFill>
              </a:defRPr>
            </a:pPr>
            <a:r>
              <a:t>Local VLM Bottleneck: Qwen2-VL-2B (4.5GB VRAM) achieved only 18.2% date accuracy and 45.5% country accuracy on degraded crops.</a:t>
            </a:r>
          </a:p>
          <a:p>
            <a:pPr>
              <a:spcAft>
                <a:spcPts val="1000"/>
              </a:spcAft>
              <a:defRPr sz="1300">
                <a:solidFill>
                  <a:srgbClr val="FFFFFF"/>
                </a:solidFill>
              </a:defRPr>
            </a:pPr>
            <a:r>
              <a:t>Recommendation: Use Claude API as primary backend; config-driven factory enables seamless local model fallback.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System-Level Pipeline Evaluation</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5 Full Real Passport Benchmark: Evaluated end-to-end timeline reconstruction accuracy across complete travel histories.</a:t>
            </a:r>
          </a:p>
          <a:p>
            <a:pPr>
              <a:spcAft>
                <a:spcPts val="1000"/>
              </a:spcAft>
              <a:defRPr sz="1300">
                <a:solidFill>
                  <a:srgbClr val="FFFFFF"/>
                </a:solidFill>
              </a:defRPr>
            </a:pPr>
            <a:r>
              <a:t>Cascading Error Principle: Stage 1 Detection Recall (94.8%) -&gt; Stage 2 Stamp Extraction (62.3%) -&gt; Stage 3 Timeline Reconstruction (35.8%).</a:t>
            </a:r>
          </a:p>
          <a:p>
            <a:pPr>
              <a:spcAft>
                <a:spcPts val="1000"/>
              </a:spcAft>
              <a:defRPr sz="1300">
                <a:solidFill>
                  <a:srgbClr val="FFFFFF"/>
                </a:solidFill>
              </a:defRPr>
            </a:pPr>
            <a:r>
              <a:t>Core Capstone Finding: The ~27-point gap between stamp extraction (62.3%) and timeline accuracy (35.8%) proves reconstruction logic is primary bottleneck.</a:t>
            </a:r>
          </a:p>
          <a:p>
            <a:pPr>
              <a:spcAft>
                <a:spcPts val="1000"/>
              </a:spcAft>
              <a:defRPr sz="1300">
                <a:solidFill>
                  <a:srgbClr val="FFFFFF"/>
                </a:solidFill>
              </a:defRPr>
            </a:pPr>
            <a:r>
              <a:t>Stay Correctness Criterion: A stay is correct if and only if all stamps detected, fields extracted, entry/exit paired, and chronological order kept.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Live Web Application Demo</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Multi-Page Upload: Server-side PDF rendering with thumbnail data URLs for low browser memory pressure.</a:t>
            </a:r>
          </a:p>
          <a:p>
            <a:pPr>
              <a:spcAft>
                <a:spcPts val="1000"/>
              </a:spcAft>
              <a:defRPr sz="1300">
                <a:solidFill>
                  <a:srgbClr val="FFFFFF"/>
                </a:solidFill>
              </a:defRPr>
            </a:pPr>
            <a:r>
              <a:t>Interactive Overlays: SVG polygon masks overlaid directly on passport page scans with hover highlight.</a:t>
            </a:r>
          </a:p>
          <a:p>
            <a:pPr>
              <a:spcAft>
                <a:spcPts val="1000"/>
              </a:spcAft>
              <a:defRPr sz="1300">
                <a:solidFill>
                  <a:srgbClr val="FFFFFF"/>
                </a:solidFill>
              </a:defRPr>
            </a:pPr>
            <a:r>
              <a:t>Status-Flagged Timeline: Color-coded stays (Confirmed, Inferred, Flagged Missing Exit / Conflicting Country).</a:t>
            </a:r>
          </a:p>
          <a:p>
            <a:pPr>
              <a:spcAft>
                <a:spcPts val="1000"/>
              </a:spcAft>
              <a:defRPr sz="1300">
                <a:solidFill>
                  <a:srgbClr val="FFFFFF"/>
                </a:solidFill>
              </a:defRPr>
            </a:pPr>
            <a:r>
              <a:t>Human-in-the-Loop Review: One-click field editing and instant timeline rebuild loop for border analysts.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Conclusions &amp; Major Contributions</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1. U-Net &amp; YOLOv26 Upgrade: Doubled stamp dataset to 871 stamps. Achieved 94.8% Recall and 0.927 F1 on 1,002 real test stamps.</a:t>
            </a:r>
          </a:p>
          <a:p>
            <a:pPr>
              <a:spcAft>
                <a:spcPts val="1000"/>
              </a:spcAft>
              <a:defRPr sz="1300">
                <a:solidFill>
                  <a:srgbClr val="FFFFFF"/>
                </a:solidFill>
              </a:defRPr>
            </a:pPr>
            <a:r>
              <a:t>2. VLM-Over-OCR Validation: Empirical evidence that multimodal VLMs significantly outperform 4-stage OCR on degraded stamps.</a:t>
            </a:r>
          </a:p>
          <a:p>
            <a:pPr>
              <a:spcAft>
                <a:spcPts val="1000"/>
              </a:spcAft>
              <a:defRPr sz="1300">
                <a:solidFill>
                  <a:srgbClr val="FFFFFF"/>
                </a:solidFill>
              </a:defRPr>
            </a:pPr>
            <a:r>
              <a:t>3. Triage-First Dashboard: Delivered React/FastAPI review system pairing every extracted stay with its source page scan.</a:t>
            </a:r>
          </a:p>
          <a:p>
            <a:pPr>
              <a:spcAft>
                <a:spcPts val="1000"/>
              </a:spcAft>
              <a:defRPr sz="1300">
                <a:solidFill>
                  <a:srgbClr val="FFFFFF"/>
                </a:solidFill>
              </a:defRPr>
            </a:pPr>
            <a:r>
              <a:t>Deployment Recommendation: Deploy as a human-in-the-loop triage tool for border control officers.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b="1" sz="2200">
                <a:solidFill>
                  <a:srgbClr val="FFFFFF"/>
                </a:solidFill>
              </a:defRPr>
            </a:pPr>
            <a:r>
              <a:t>Future Work &amp; Acknowledgements</a:t>
            </a:r>
          </a:p>
        </p:txBody>
      </p:sp>
      <p:sp>
        <p:nvSpPr>
          <p:cNvPr id="3" name="Text Placeholder 2"/>
          <p:cNvSpPr>
            <a:spLocks noGrp="1"/>
          </p:cNvSpPr>
          <p:nvPr>
            <p:ph type="body" idx="20" sz="quarter"/>
          </p:nvPr>
        </p:nvSpPr>
        <p:spPr/>
        <p:txBody>
          <a:bodyPr wrap="square"/>
          <a:lstStyle/>
          <a:p>
            <a:pPr>
              <a:spcAft>
                <a:spcPts val="1000"/>
              </a:spcAft>
              <a:defRPr sz="1300">
                <a:solidFill>
                  <a:srgbClr val="FFFFFF"/>
                </a:solidFill>
              </a:defRPr>
            </a:pPr>
            <a:r>
              <a:t>Advanced Conflict Resolution: Geographic plausibility checks and date inferencing to close the 27-point timeline gap.</a:t>
            </a:r>
          </a:p>
          <a:p>
            <a:pPr>
              <a:spcAft>
                <a:spcPts val="1000"/>
              </a:spcAft>
              <a:defRPr sz="1300">
                <a:solidFill>
                  <a:srgbClr val="FFFFFF"/>
                </a:solidFill>
              </a:defRPr>
            </a:pPr>
            <a:r>
              <a:t>Contamination Isolation: Dedicated experiment isolating cross-stamp crop contamination failure modes.</a:t>
            </a:r>
          </a:p>
          <a:p>
            <a:pPr>
              <a:spcAft>
                <a:spcPts val="1000"/>
              </a:spcAft>
              <a:defRPr sz="1300">
                <a:solidFill>
                  <a:srgbClr val="FFFFFF"/>
                </a:solidFill>
              </a:defRPr>
            </a:pPr>
            <a:r>
              <a:t>Multilingual Expansion: Support for non-Latin stamp scripts (Arabic, Cyrillic, CJK).</a:t>
            </a:r>
          </a:p>
          <a:p>
            <a:pPr>
              <a:spcAft>
                <a:spcPts val="1000"/>
              </a:spcAft>
              <a:defRPr sz="1300">
                <a:solidFill>
                  <a:srgbClr val="FFFFFF"/>
                </a:solidFill>
              </a:defRPr>
            </a:pPr>
            <a:r>
              <a:t>Acknowledgements: Special thanks to Prof. Bruce Robins (UCLA Advisor) and Alvaro Ramirez (Securiport LLC Sponsor).</a:t>
            </a:r>
          </a:p>
        </p:txBody>
      </p:sp>
    </p:spTree>
  </p:cSld>
  <p:clrMapOvr>
    <a:masterClrMapping/>
  </p:clrMapOvr>
</p:sld>
</file>

<file path=ppt/theme/theme1.xml><?xml version="1.0" encoding="utf-8"?>
<a:theme xmlns:a="http://schemas.openxmlformats.org/drawingml/2006/main" name="presentation-03">
  <a:themeElements>
    <a:clrScheme name="Brand-03-colors">
      <a:dk1>
        <a:srgbClr val="FFFFFF"/>
      </a:dk1>
      <a:lt1>
        <a:srgbClr val="FFFFFF"/>
      </a:lt1>
      <a:dk2>
        <a:srgbClr val="2774AE"/>
      </a:dk2>
      <a:lt2>
        <a:srgbClr val="FFFFFF"/>
      </a:lt2>
      <a:accent1>
        <a:srgbClr val="00578A"/>
      </a:accent1>
      <a:accent2>
        <a:srgbClr val="898989"/>
      </a:accent2>
      <a:accent3>
        <a:srgbClr val="8BB8E8"/>
      </a:accent3>
      <a:accent4>
        <a:srgbClr val="DAEBFE"/>
      </a:accent4>
      <a:accent5>
        <a:srgbClr val="FFC72B"/>
      </a:accent5>
      <a:accent6>
        <a:srgbClr val="00578A"/>
      </a:accent6>
      <a:hlink>
        <a:srgbClr val="00578A"/>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457200" tIns="0" rIns="0" bIns="0" rtlCol="0">
        <a:spAutoFit/>
      </a:bodyPr>
      <a:lstStyle>
        <a:defPPr algn="l">
          <a:defRPr dirty="0" err="1"/>
        </a:defPPr>
      </a:lstStyle>
    </a:txDef>
  </a:objectDefaults>
  <a:extraClrSchemeLst/>
  <a:extLst>
    <a:ext uri="{05A4C25C-085E-4340-85A3-A5531E510DB2}">
      <thm15:themeFamily xmlns:thm15="http://schemas.microsoft.com/office/thememl/2012/main" name="Presentation11" id="{BF579D7D-0731-A846-99A3-B0DDF1CCDD07}" vid="{A4AC543F-9B3E-5443-97AE-FD5B4FCB10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presentation-03</Template>
  <TotalTime>0</TotalTime>
  <Words>85</Words>
  <Application>Microsoft Macintosh PowerPoint</Application>
  <PresentationFormat>Custom</PresentationFormat>
  <Paragraphs>52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Helvetica</vt:lpstr>
      <vt:lpstr>presentation-03</vt:lpstr>
      <vt:lpstr>Theme 03 Presentation Title</vt:lpstr>
      <vt:lpstr>Header w/table (optional slide)</vt:lpstr>
      <vt:lpstr>Header w/chart (optional slide)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 03 Presentation Title</dc:title>
  <dc:creator>Cardoza, Katherine</dc:creator>
  <cp:lastModifiedBy>Cardoza, Katherine</cp:lastModifiedBy>
  <cp:revision>1</cp:revision>
  <cp:lastPrinted>2018-09-26T16:49:56Z</cp:lastPrinted>
  <dcterms:created xsi:type="dcterms:W3CDTF">2024-08-09T18:29:16Z</dcterms:created>
  <dcterms:modified xsi:type="dcterms:W3CDTF">2024-08-09T18:29:41Z</dcterms:modified>
</cp:coreProperties>
</file>